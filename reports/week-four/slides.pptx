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2" r:id="rId1"/>
  </p:sldMasterIdLst>
  <p:sldIdLst>
    <p:sldId id="256" r:id="rId2"/>
    <p:sldId id="258" r:id="rId3"/>
    <p:sldId id="259" r:id="rId4"/>
    <p:sldId id="264" r:id="rId5"/>
    <p:sldId id="262" r:id="rId6"/>
    <p:sldId id="260" r:id="rId7"/>
    <p:sldId id="263" r:id="rId8"/>
    <p:sldId id="261" r:id="rId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C84B37B-E360-92E1-342D-7E764BE28603}" v="231" dt="2026-02-16T08:49:33.250"/>
    <p1510:client id="{FB2635A3-407C-4F2E-9D93-AA51F94626CE}" v="16" dt="2026-02-15T21:49:26.98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0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microsoft.com/office/2015/10/relationships/revisionInfo" Target="revisionInfo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avender B. Wilson" userId="S::wil81891@pennwest.edu::983a4de1-fa1a-4b3b-a3ea-0407ab083b1d" providerId="AD" clId="Web-{9C84B37B-E360-92E1-342D-7E764BE28603}"/>
    <pc:docChg chg="delSld modSld">
      <pc:chgData name="Lavender B. Wilson" userId="S::wil81891@pennwest.edu::983a4de1-fa1a-4b3b-a3ea-0407ab083b1d" providerId="AD" clId="Web-{9C84B37B-E360-92E1-342D-7E764BE28603}" dt="2026-02-16T08:49:31.610" v="160" actId="20577"/>
      <pc:docMkLst>
        <pc:docMk/>
      </pc:docMkLst>
      <pc:sldChg chg="modSp">
        <pc:chgData name="Lavender B. Wilson" userId="S::wil81891@pennwest.edu::983a4de1-fa1a-4b3b-a3ea-0407ab083b1d" providerId="AD" clId="Web-{9C84B37B-E360-92E1-342D-7E764BE28603}" dt="2026-02-16T08:49:31.610" v="160" actId="20577"/>
        <pc:sldMkLst>
          <pc:docMk/>
          <pc:sldMk cId="2440117310" sldId="262"/>
        </pc:sldMkLst>
        <pc:spChg chg="mod">
          <ac:chgData name="Lavender B. Wilson" userId="S::wil81891@pennwest.edu::983a4de1-fa1a-4b3b-a3ea-0407ab083b1d" providerId="AD" clId="Web-{9C84B37B-E360-92E1-342D-7E764BE28603}" dt="2026-02-16T08:48:47.297" v="107" actId="20577"/>
          <ac:spMkLst>
            <pc:docMk/>
            <pc:sldMk cId="2440117310" sldId="262"/>
            <ac:spMk id="4" creationId="{A54BBBD9-8322-A65E-381E-DE079DC255B9}"/>
          </ac:spMkLst>
        </pc:spChg>
        <pc:spChg chg="mod">
          <ac:chgData name="Lavender B. Wilson" userId="S::wil81891@pennwest.edu::983a4de1-fa1a-4b3b-a3ea-0407ab083b1d" providerId="AD" clId="Web-{9C84B37B-E360-92E1-342D-7E764BE28603}" dt="2026-02-16T08:49:31.610" v="160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del">
        <pc:chgData name="Lavender B. Wilson" userId="S::wil81891@pennwest.edu::983a4de1-fa1a-4b3b-a3ea-0407ab083b1d" providerId="AD" clId="Web-{9C84B37B-E360-92E1-342D-7E764BE28603}" dt="2026-02-16T08:45:46.046" v="0"/>
        <pc:sldMkLst>
          <pc:docMk/>
          <pc:sldMk cId="3583737005" sldId="265"/>
        </pc:sldMkLst>
      </pc:sldChg>
    </pc:docChg>
  </pc:docChgLst>
  <pc:docChgLst>
    <pc:chgData name="Ethan P. Janovich" userId="234861c4-535e-431c-9aa7-95bb4533e226" providerId="ADAL" clId="{79425B1F-E787-4A95-91BF-46B89E2A962D}"/>
    <pc:docChg chg="undo custSel modSld">
      <pc:chgData name="Ethan P. Janovich" userId="234861c4-535e-431c-9aa7-95bb4533e226" providerId="ADAL" clId="{79425B1F-E787-4A95-91BF-46B89E2A962D}" dt="2026-02-15T22:16:02.505" v="3249" actId="20577"/>
      <pc:docMkLst>
        <pc:docMk/>
      </pc:docMkLst>
      <pc:sldChg chg="modSp mod">
        <pc:chgData name="Ethan P. Janovich" userId="234861c4-535e-431c-9aa7-95bb4533e226" providerId="ADAL" clId="{79425B1F-E787-4A95-91BF-46B89E2A962D}" dt="2026-02-13T16:38:51.195" v="1" actId="20577"/>
        <pc:sldMkLst>
          <pc:docMk/>
          <pc:sldMk cId="2745669654" sldId="256"/>
        </pc:sldMkLst>
        <pc:spChg chg="mod">
          <ac:chgData name="Ethan P. Janovich" userId="234861c4-535e-431c-9aa7-95bb4533e226" providerId="ADAL" clId="{79425B1F-E787-4A95-91BF-46B89E2A962D}" dt="2026-02-13T16:38:51.195" v="1" actId="20577"/>
          <ac:spMkLst>
            <pc:docMk/>
            <pc:sldMk cId="2745669654" sldId="256"/>
            <ac:spMk id="3" creationId="{BF956AC3-37DC-D6C1-1254-14B0A60E3007}"/>
          </ac:spMkLst>
        </pc:spChg>
      </pc:sldChg>
      <pc:sldChg chg="modSp mod">
        <pc:chgData name="Ethan P. Janovich" userId="234861c4-535e-431c-9aa7-95bb4533e226" providerId="ADAL" clId="{79425B1F-E787-4A95-91BF-46B89E2A962D}" dt="2026-02-13T16:44:18.620" v="3" actId="20577"/>
        <pc:sldMkLst>
          <pc:docMk/>
          <pc:sldMk cId="4006630716" sldId="258"/>
        </pc:sldMkLst>
        <pc:spChg chg="mod">
          <ac:chgData name="Ethan P. Janovich" userId="234861c4-535e-431c-9aa7-95bb4533e226" providerId="ADAL" clId="{79425B1F-E787-4A95-91BF-46B89E2A962D}" dt="2026-02-13T16:44:18.620" v="3" actId="20577"/>
          <ac:spMkLst>
            <pc:docMk/>
            <pc:sldMk cId="4006630716" sldId="258"/>
            <ac:spMk id="2" creationId="{0A05D9F1-7D23-1006-5B2A-7CD72FE878DE}"/>
          </ac:spMkLst>
        </pc:spChg>
      </pc:sldChg>
      <pc:sldChg chg="modSp mod">
        <pc:chgData name="Ethan P. Janovich" userId="234861c4-535e-431c-9aa7-95bb4533e226" providerId="ADAL" clId="{79425B1F-E787-4A95-91BF-46B89E2A962D}" dt="2026-02-15T21:50:58.058" v="3037" actId="20577"/>
        <pc:sldMkLst>
          <pc:docMk/>
          <pc:sldMk cId="235494819" sldId="259"/>
        </pc:sldMkLst>
        <pc:spChg chg="mod">
          <ac:chgData name="Ethan P. Janovich" userId="234861c4-535e-431c-9aa7-95bb4533e226" providerId="ADAL" clId="{79425B1F-E787-4A95-91BF-46B89E2A962D}" dt="2026-02-13T17:40:11.997" v="2653" actId="20577"/>
          <ac:spMkLst>
            <pc:docMk/>
            <pc:sldMk cId="235494819" sldId="259"/>
            <ac:spMk id="2" creationId="{705BF02D-1786-21F8-514A-E7D12FC426FD}"/>
          </ac:spMkLst>
        </pc:spChg>
        <pc:spChg chg="mod">
          <ac:chgData name="Ethan P. Janovich" userId="234861c4-535e-431c-9aa7-95bb4533e226" providerId="ADAL" clId="{79425B1F-E787-4A95-91BF-46B89E2A962D}" dt="2026-02-15T21:50:58.058" v="3037" actId="20577"/>
          <ac:spMkLst>
            <pc:docMk/>
            <pc:sldMk cId="235494819" sldId="259"/>
            <ac:spMk id="3" creationId="{CBA68C39-6463-1024-5137-BF66DD483C63}"/>
          </ac:spMkLst>
        </pc:spChg>
      </pc:sldChg>
      <pc:sldChg chg="addSp modSp mod setBg">
        <pc:chgData name="Ethan P. Janovich" userId="234861c4-535e-431c-9aa7-95bb4533e226" providerId="ADAL" clId="{79425B1F-E787-4A95-91BF-46B89E2A962D}" dt="2026-02-13T17:29:13.409" v="2214"/>
        <pc:sldMkLst>
          <pc:docMk/>
          <pc:sldMk cId="958039725" sldId="260"/>
        </pc:sldMkLst>
        <pc:spChg chg="mod">
          <ac:chgData name="Ethan P. Janovich" userId="234861c4-535e-431c-9aa7-95bb4533e226" providerId="ADAL" clId="{79425B1F-E787-4A95-91BF-46B89E2A962D}" dt="2026-02-13T17:26:21.194" v="2211" actId="26606"/>
          <ac:spMkLst>
            <pc:docMk/>
            <pc:sldMk cId="958039725" sldId="260"/>
            <ac:spMk id="2" creationId="{5E84D5B1-A123-4039-AB25-D807F21A5F1F}"/>
          </ac:spMkLst>
        </pc:spChg>
        <pc:spChg chg="add">
          <ac:chgData name="Ethan P. Janovich" userId="234861c4-535e-431c-9aa7-95bb4533e226" providerId="ADAL" clId="{79425B1F-E787-4A95-91BF-46B89E2A962D}" dt="2026-02-13T17:26:21.194" v="2211" actId="26606"/>
          <ac:spMkLst>
            <pc:docMk/>
            <pc:sldMk cId="958039725" sldId="260"/>
            <ac:spMk id="11" creationId="{A1BBCB0E-D444-4662-99B6-968FADD997AF}"/>
          </ac:spMkLst>
        </pc:spChg>
        <pc:grpChg chg="add">
          <ac:chgData name="Ethan P. Janovich" userId="234861c4-535e-431c-9aa7-95bb4533e226" providerId="ADAL" clId="{79425B1F-E787-4A95-91BF-46B89E2A962D}" dt="2026-02-13T17:26:21.194" v="2211" actId="26606"/>
          <ac:grpSpMkLst>
            <pc:docMk/>
            <pc:sldMk cId="958039725" sldId="260"/>
            <ac:grpSpMk id="13" creationId="{FABCF46B-3163-4E66-9BB3-AAC999794E59}"/>
          </ac:grpSpMkLst>
        </pc:grpChg>
        <pc:graphicFrameChg chg="mod modGraphic">
          <ac:chgData name="Ethan P. Janovich" userId="234861c4-535e-431c-9aa7-95bb4533e226" providerId="ADAL" clId="{79425B1F-E787-4A95-91BF-46B89E2A962D}" dt="2026-02-13T17:29:13.409" v="2214"/>
          <ac:graphicFrameMkLst>
            <pc:docMk/>
            <pc:sldMk cId="958039725" sldId="260"/>
            <ac:graphicFrameMk id="6" creationId="{8A634116-A947-3B52-5F70-52F5BB41F808}"/>
          </ac:graphicFrameMkLst>
        </pc:graphicFrameChg>
      </pc:sldChg>
      <pc:sldChg chg="modSp mod">
        <pc:chgData name="Ethan P. Janovich" userId="234861c4-535e-431c-9aa7-95bb4533e226" providerId="ADAL" clId="{79425B1F-E787-4A95-91BF-46B89E2A962D}" dt="2026-02-15T22:16:02.505" v="3249" actId="20577"/>
        <pc:sldMkLst>
          <pc:docMk/>
          <pc:sldMk cId="688135998" sldId="261"/>
        </pc:sldMkLst>
        <pc:spChg chg="mod">
          <ac:chgData name="Ethan P. Janovich" userId="234861c4-535e-431c-9aa7-95bb4533e226" providerId="ADAL" clId="{79425B1F-E787-4A95-91BF-46B89E2A962D}" dt="2026-02-15T22:16:02.505" v="3249" actId="20577"/>
          <ac:spMkLst>
            <pc:docMk/>
            <pc:sldMk cId="688135998" sldId="261"/>
            <ac:spMk id="3" creationId="{D4A4C773-DE22-DF56-5600-5FCBDDA14B5E}"/>
          </ac:spMkLst>
        </pc:spChg>
      </pc:sldChg>
      <pc:sldChg chg="addSp delSp modSp mod">
        <pc:chgData name="Ethan P. Janovich" userId="234861c4-535e-431c-9aa7-95bb4533e226" providerId="ADAL" clId="{79425B1F-E787-4A95-91BF-46B89E2A962D}" dt="2026-02-13T17:46:11.128" v="2798" actId="20577"/>
        <pc:sldMkLst>
          <pc:docMk/>
          <pc:sldMk cId="2440117310" sldId="262"/>
        </pc:sldMkLst>
        <pc:spChg chg="mod">
          <ac:chgData name="Ethan P. Janovich" userId="234861c4-535e-431c-9aa7-95bb4533e226" providerId="ADAL" clId="{79425B1F-E787-4A95-91BF-46B89E2A962D}" dt="2026-02-13T17:14:07.638" v="1647" actId="122"/>
          <ac:spMkLst>
            <pc:docMk/>
            <pc:sldMk cId="2440117310" sldId="262"/>
            <ac:spMk id="2" creationId="{AE511074-E354-B751-1B21-44E10118E572}"/>
          </ac:spMkLst>
        </pc:spChg>
        <pc:spChg chg="add mod">
          <ac:chgData name="Ethan P. Janovich" userId="234861c4-535e-431c-9aa7-95bb4533e226" providerId="ADAL" clId="{79425B1F-E787-4A95-91BF-46B89E2A962D}" dt="2026-02-13T17:44:42.516" v="2774" actId="20577"/>
          <ac:spMkLst>
            <pc:docMk/>
            <pc:sldMk cId="2440117310" sldId="262"/>
            <ac:spMk id="4" creationId="{A54BBBD9-8322-A65E-381E-DE079DC255B9}"/>
          </ac:spMkLst>
        </pc:spChg>
        <pc:spChg chg="add del mod">
          <ac:chgData name="Ethan P. Janovich" userId="234861c4-535e-431c-9aa7-95bb4533e226" providerId="ADAL" clId="{79425B1F-E787-4A95-91BF-46B89E2A962D}" dt="2026-02-13T17:46:11.128" v="2798" actId="20577"/>
          <ac:spMkLst>
            <pc:docMk/>
            <pc:sldMk cId="2440117310" sldId="262"/>
            <ac:spMk id="7" creationId="{129F8835-9EFB-B113-AE2A-E0A5EF4033CC}"/>
          </ac:spMkLst>
        </pc:spChg>
      </pc:sldChg>
      <pc:sldChg chg="addSp delSp modSp mod setBg delAnim">
        <pc:chgData name="Ethan P. Janovich" userId="234861c4-535e-431c-9aa7-95bb4533e226" providerId="ADAL" clId="{79425B1F-E787-4A95-91BF-46B89E2A962D}" dt="2026-02-13T17:10:53.273" v="1564" actId="33524"/>
        <pc:sldMkLst>
          <pc:docMk/>
          <pc:sldMk cId="559618474" sldId="264"/>
        </pc:sldMkLst>
        <pc:spChg chg="mod">
          <ac:chgData name="Ethan P. Janovich" userId="234861c4-535e-431c-9aa7-95bb4533e226" providerId="ADAL" clId="{79425B1F-E787-4A95-91BF-46B89E2A962D}" dt="2026-02-13T17:10:13.409" v="1558" actId="26606"/>
          <ac:spMkLst>
            <pc:docMk/>
            <pc:sldMk cId="559618474" sldId="264"/>
            <ac:spMk id="2" creationId="{25117C3D-DC88-D78F-CED5-C55EF52569E9}"/>
          </ac:spMkLst>
        </pc:spChg>
        <pc:graphicFrameChg chg="add mod modGraphic">
          <ac:chgData name="Ethan P. Janovich" userId="234861c4-535e-431c-9aa7-95bb4533e226" providerId="ADAL" clId="{79425B1F-E787-4A95-91BF-46B89E2A962D}" dt="2026-02-13T17:10:53.273" v="1564" actId="33524"/>
          <ac:graphicFrameMkLst>
            <pc:docMk/>
            <pc:sldMk cId="559618474" sldId="264"/>
            <ac:graphicFrameMk id="5" creationId="{5E9B9705-9A2B-8454-8872-FC7309D6377B}"/>
          </ac:graphicFrameMkLst>
        </pc:graphicFrameChg>
      </pc:sld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svg"/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12" Type="http://schemas.openxmlformats.org/officeDocument/2006/relationships/image" Target="../media/image18.svg"/><Relationship Id="rId2" Type="http://schemas.openxmlformats.org/officeDocument/2006/relationships/image" Target="../media/image8.svg"/><Relationship Id="rId1" Type="http://schemas.openxmlformats.org/officeDocument/2006/relationships/image" Target="../media/image7.png"/><Relationship Id="rId6" Type="http://schemas.openxmlformats.org/officeDocument/2006/relationships/image" Target="../media/image12.svg"/><Relationship Id="rId11" Type="http://schemas.openxmlformats.org/officeDocument/2006/relationships/image" Target="../media/image17.png"/><Relationship Id="rId5" Type="http://schemas.openxmlformats.org/officeDocument/2006/relationships/image" Target="../media/image11.png"/><Relationship Id="rId10" Type="http://schemas.openxmlformats.org/officeDocument/2006/relationships/image" Target="../media/image16.svg"/><Relationship Id="rId4" Type="http://schemas.openxmlformats.org/officeDocument/2006/relationships/image" Target="../media/image10.svg"/><Relationship Id="rId9" Type="http://schemas.openxmlformats.org/officeDocument/2006/relationships/image" Target="../media/image15.pn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" Type="http://schemas.openxmlformats.org/officeDocument/2006/relationships/image" Target="../media/image19.png"/><Relationship Id="rId4" Type="http://schemas.openxmlformats.org/officeDocument/2006/relationships/image" Target="../media/image2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4FA45FC-2F5F-417C-87FE-62957515F1F8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AFE6828-4EB1-413C-A29A-C2BB7EFFE42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Using an enum for the type of time described (min, hr, days, weeks).</a:t>
          </a:r>
        </a:p>
      </dgm:t>
    </dgm:pt>
    <dgm:pt modelId="{768FDBB8-6AB0-4E52-9D40-9FE4EDE74260}" type="parTrans" cxnId="{4DB1BCF8-D6F4-442F-9A1F-91037BE12AA7}">
      <dgm:prSet/>
      <dgm:spPr/>
      <dgm:t>
        <a:bodyPr/>
        <a:lstStyle/>
        <a:p>
          <a:endParaRPr lang="en-US"/>
        </a:p>
      </dgm:t>
    </dgm:pt>
    <dgm:pt modelId="{25878D51-D29E-4E76-AE72-245D456F6F4A}" type="sibTrans" cxnId="{4DB1BCF8-D6F4-442F-9A1F-91037BE12AA7}">
      <dgm:prSet/>
      <dgm:spPr/>
      <dgm:t>
        <a:bodyPr/>
        <a:lstStyle/>
        <a:p>
          <a:endParaRPr lang="en-US"/>
        </a:p>
      </dgm:t>
    </dgm:pt>
    <dgm:pt modelId="{61CD7E2E-00B3-4003-9BF6-8C14A670FEF9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DateRange for a start date/end date.</a:t>
          </a:r>
        </a:p>
      </dgm:t>
    </dgm:pt>
    <dgm:pt modelId="{2CD847FF-0312-43A2-AB62-A43029676E7D}" type="parTrans" cxnId="{B469F488-FC75-4892-AB56-388B077FA6E3}">
      <dgm:prSet/>
      <dgm:spPr/>
      <dgm:t>
        <a:bodyPr/>
        <a:lstStyle/>
        <a:p>
          <a:endParaRPr lang="en-US"/>
        </a:p>
      </dgm:t>
    </dgm:pt>
    <dgm:pt modelId="{28F4DA2F-9A27-40B0-8FDD-937B4B8450BE}" type="sibTrans" cxnId="{B469F488-FC75-4892-AB56-388B077FA6E3}">
      <dgm:prSet/>
      <dgm:spPr/>
      <dgm:t>
        <a:bodyPr/>
        <a:lstStyle/>
        <a:p>
          <a:endParaRPr lang="en-US"/>
        </a:p>
      </dgm:t>
    </dgm:pt>
    <dgm:pt modelId="{C3555122-EB5C-4076-81E5-AF7BBF74284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We are using a Semesters class to hold the date range for specific semesters in a dictionary.</a:t>
          </a:r>
        </a:p>
      </dgm:t>
    </dgm:pt>
    <dgm:pt modelId="{03482233-71B0-48A5-83B2-B9C726C627A3}" type="parTrans" cxnId="{EBF0B450-5D30-474D-9BCC-CCD56003965E}">
      <dgm:prSet/>
      <dgm:spPr/>
      <dgm:t>
        <a:bodyPr/>
        <a:lstStyle/>
        <a:p>
          <a:endParaRPr lang="en-US"/>
        </a:p>
      </dgm:t>
    </dgm:pt>
    <dgm:pt modelId="{2ED7000A-8DFC-4EAC-A6A0-28C4F77E39AA}" type="sibTrans" cxnId="{EBF0B450-5D30-474D-9BCC-CCD56003965E}">
      <dgm:prSet/>
      <dgm:spPr/>
      <dgm:t>
        <a:bodyPr/>
        <a:lstStyle/>
        <a:p>
          <a:endParaRPr lang="en-US"/>
        </a:p>
      </dgm:t>
    </dgm:pt>
    <dgm:pt modelId="{87150EBD-4329-4518-8485-4BE6C2A56701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Users can choose how long before an event occurs that they want to be notified.</a:t>
          </a:r>
        </a:p>
      </dgm:t>
    </dgm:pt>
    <dgm:pt modelId="{3BE9C86F-6C51-45AF-8B95-643208A2EE54}" type="parTrans" cxnId="{5D99DAF0-7540-47CF-B431-A49C990A5295}">
      <dgm:prSet/>
      <dgm:spPr/>
      <dgm:t>
        <a:bodyPr/>
        <a:lstStyle/>
        <a:p>
          <a:endParaRPr lang="en-US"/>
        </a:p>
      </dgm:t>
    </dgm:pt>
    <dgm:pt modelId="{638D3938-0968-40E4-8513-822261982BAB}" type="sibTrans" cxnId="{5D99DAF0-7540-47CF-B431-A49C990A5295}">
      <dgm:prSet/>
      <dgm:spPr/>
      <dgm:t>
        <a:bodyPr/>
        <a:lstStyle/>
        <a:p>
          <a:endParaRPr lang="en-US"/>
        </a:p>
      </dgm:t>
    </dgm:pt>
    <dgm:pt modelId="{9878625B-697C-4E27-AC6E-6863A0E5F03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Each event includes a name, date range, time range.</a:t>
          </a:r>
        </a:p>
      </dgm:t>
    </dgm:pt>
    <dgm:pt modelId="{12050EC4-995C-4392-8C9B-A4537F7E09C1}" type="parTrans" cxnId="{79456774-6ED7-4880-8077-0B89FD8B591A}">
      <dgm:prSet/>
      <dgm:spPr/>
      <dgm:t>
        <a:bodyPr/>
        <a:lstStyle/>
        <a:p>
          <a:endParaRPr lang="en-US"/>
        </a:p>
      </dgm:t>
    </dgm:pt>
    <dgm:pt modelId="{88C47425-0999-4C3D-9074-3A9744DD36CF}" type="sibTrans" cxnId="{79456774-6ED7-4880-8077-0B89FD8B591A}">
      <dgm:prSet/>
      <dgm:spPr/>
      <dgm:t>
        <a:bodyPr/>
        <a:lstStyle/>
        <a:p>
          <a:endParaRPr lang="en-US"/>
        </a:p>
      </dgm:t>
    </dgm:pt>
    <dgm:pt modelId="{F3FF7103-A7A3-48EC-9522-E6833E1D85D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Optionally, the events may include a description, notification time, and will be able to be configured as a repeating or non-repeating event – which is in progress.</a:t>
          </a:r>
        </a:p>
      </dgm:t>
    </dgm:pt>
    <dgm:pt modelId="{66932168-71E3-4D39-8357-E9FC931F9186}" type="parTrans" cxnId="{5D336C1D-8DAC-495F-8BB9-3F6792316A75}">
      <dgm:prSet/>
      <dgm:spPr/>
      <dgm:t>
        <a:bodyPr/>
        <a:lstStyle/>
        <a:p>
          <a:endParaRPr lang="en-US"/>
        </a:p>
      </dgm:t>
    </dgm:pt>
    <dgm:pt modelId="{D0D5EB33-D246-4882-ABC7-A09BD6A3D6B9}" type="sibTrans" cxnId="{5D336C1D-8DAC-495F-8BB9-3F6792316A75}">
      <dgm:prSet/>
      <dgm:spPr/>
      <dgm:t>
        <a:bodyPr/>
        <a:lstStyle/>
        <a:p>
          <a:endParaRPr lang="en-US"/>
        </a:p>
      </dgm:t>
    </dgm:pt>
    <dgm:pt modelId="{65445B55-79DE-487D-9B03-2F0C2C08C8D8}" type="pres">
      <dgm:prSet presAssocID="{54FA45FC-2F5F-417C-87FE-62957515F1F8}" presName="root" presStyleCnt="0">
        <dgm:presLayoutVars>
          <dgm:dir/>
          <dgm:resizeHandles val="exact"/>
        </dgm:presLayoutVars>
      </dgm:prSet>
      <dgm:spPr/>
    </dgm:pt>
    <dgm:pt modelId="{51EEA6D0-F5DF-4DAF-A82C-AA59AF1F06EB}" type="pres">
      <dgm:prSet presAssocID="{3AFE6828-4EB1-413C-A29A-C2BB7EFFE426}" presName="compNode" presStyleCnt="0"/>
      <dgm:spPr/>
    </dgm:pt>
    <dgm:pt modelId="{3A8E11C8-9384-48EC-85C3-651E5AE907BC}" type="pres">
      <dgm:prSet presAssocID="{3AFE6828-4EB1-413C-A29A-C2BB7EFFE426}" presName="bgRect" presStyleLbl="bgShp" presStyleIdx="0" presStyleCnt="6"/>
      <dgm:spPr/>
    </dgm:pt>
    <dgm:pt modelId="{684D93D3-300B-4FC2-BDA7-CAB60E6E013A}" type="pres">
      <dgm:prSet presAssocID="{3AFE6828-4EB1-413C-A29A-C2BB7EFFE42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topwatch"/>
        </a:ext>
      </dgm:extLst>
    </dgm:pt>
    <dgm:pt modelId="{D0D73E43-5406-4D9B-A57A-765529FAD92F}" type="pres">
      <dgm:prSet presAssocID="{3AFE6828-4EB1-413C-A29A-C2BB7EFFE426}" presName="spaceRect" presStyleCnt="0"/>
      <dgm:spPr/>
    </dgm:pt>
    <dgm:pt modelId="{50841640-3C98-4BAC-85BE-C47836C90162}" type="pres">
      <dgm:prSet presAssocID="{3AFE6828-4EB1-413C-A29A-C2BB7EFFE426}" presName="parTx" presStyleLbl="revTx" presStyleIdx="0" presStyleCnt="6">
        <dgm:presLayoutVars>
          <dgm:chMax val="0"/>
          <dgm:chPref val="0"/>
        </dgm:presLayoutVars>
      </dgm:prSet>
      <dgm:spPr/>
    </dgm:pt>
    <dgm:pt modelId="{5AEAAB2E-7158-4FB9-8174-65A02810CAAB}" type="pres">
      <dgm:prSet presAssocID="{25878D51-D29E-4E76-AE72-245D456F6F4A}" presName="sibTrans" presStyleCnt="0"/>
      <dgm:spPr/>
    </dgm:pt>
    <dgm:pt modelId="{296A54E6-F146-4A5C-8706-9CC366878CD7}" type="pres">
      <dgm:prSet presAssocID="{61CD7E2E-00B3-4003-9BF6-8C14A670FEF9}" presName="compNode" presStyleCnt="0"/>
      <dgm:spPr/>
    </dgm:pt>
    <dgm:pt modelId="{8EA2A1C6-30D6-4EFD-B9CC-AD3D5B6FF24F}" type="pres">
      <dgm:prSet presAssocID="{61CD7E2E-00B3-4003-9BF6-8C14A670FEF9}" presName="bgRect" presStyleLbl="bgShp" presStyleIdx="1" presStyleCnt="6"/>
      <dgm:spPr/>
    </dgm:pt>
    <dgm:pt modelId="{98644612-05FF-4E10-823C-4DC33653CB6A}" type="pres">
      <dgm:prSet presAssocID="{61CD7E2E-00B3-4003-9BF6-8C14A670FEF9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Daily Calendar"/>
        </a:ext>
      </dgm:extLst>
    </dgm:pt>
    <dgm:pt modelId="{8917B9DB-2913-4188-A326-7B7F1E7CF403}" type="pres">
      <dgm:prSet presAssocID="{61CD7E2E-00B3-4003-9BF6-8C14A670FEF9}" presName="spaceRect" presStyleCnt="0"/>
      <dgm:spPr/>
    </dgm:pt>
    <dgm:pt modelId="{C9CF80F0-368E-4966-A591-0A7DCE6763C1}" type="pres">
      <dgm:prSet presAssocID="{61CD7E2E-00B3-4003-9BF6-8C14A670FEF9}" presName="parTx" presStyleLbl="revTx" presStyleIdx="1" presStyleCnt="6">
        <dgm:presLayoutVars>
          <dgm:chMax val="0"/>
          <dgm:chPref val="0"/>
        </dgm:presLayoutVars>
      </dgm:prSet>
      <dgm:spPr/>
    </dgm:pt>
    <dgm:pt modelId="{69F642CB-1C76-47E4-9909-5DC52F4735B6}" type="pres">
      <dgm:prSet presAssocID="{28F4DA2F-9A27-40B0-8FDD-937B4B8450BE}" presName="sibTrans" presStyleCnt="0"/>
      <dgm:spPr/>
    </dgm:pt>
    <dgm:pt modelId="{93188E6F-768E-4546-A350-00B2DD87D113}" type="pres">
      <dgm:prSet presAssocID="{C3555122-EB5C-4076-81E5-AF7BBF74284A}" presName="compNode" presStyleCnt="0"/>
      <dgm:spPr/>
    </dgm:pt>
    <dgm:pt modelId="{42020686-FFA4-41EE-BBDE-BFBA638F1E44}" type="pres">
      <dgm:prSet presAssocID="{C3555122-EB5C-4076-81E5-AF7BBF74284A}" presName="bgRect" presStyleLbl="bgShp" presStyleIdx="2" presStyleCnt="6"/>
      <dgm:spPr/>
    </dgm:pt>
    <dgm:pt modelId="{E5C8371C-8CB9-49B7-B1BC-2069C56BB526}" type="pres">
      <dgm:prSet presAssocID="{C3555122-EB5C-4076-81E5-AF7BBF74284A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assroom"/>
        </a:ext>
      </dgm:extLst>
    </dgm:pt>
    <dgm:pt modelId="{E1A485C3-4106-435E-A85B-F16A164D6845}" type="pres">
      <dgm:prSet presAssocID="{C3555122-EB5C-4076-81E5-AF7BBF74284A}" presName="spaceRect" presStyleCnt="0"/>
      <dgm:spPr/>
    </dgm:pt>
    <dgm:pt modelId="{C9C8A3A2-E21A-427D-AF16-CCB050651BB2}" type="pres">
      <dgm:prSet presAssocID="{C3555122-EB5C-4076-81E5-AF7BBF74284A}" presName="parTx" presStyleLbl="revTx" presStyleIdx="2" presStyleCnt="6">
        <dgm:presLayoutVars>
          <dgm:chMax val="0"/>
          <dgm:chPref val="0"/>
        </dgm:presLayoutVars>
      </dgm:prSet>
      <dgm:spPr/>
    </dgm:pt>
    <dgm:pt modelId="{11CC355B-8032-42EE-82D6-6EC231F620AF}" type="pres">
      <dgm:prSet presAssocID="{2ED7000A-8DFC-4EAC-A6A0-28C4F77E39AA}" presName="sibTrans" presStyleCnt="0"/>
      <dgm:spPr/>
    </dgm:pt>
    <dgm:pt modelId="{AC2E1DE2-3375-40D2-B00F-DBB25621ACA3}" type="pres">
      <dgm:prSet presAssocID="{87150EBD-4329-4518-8485-4BE6C2A56701}" presName="compNode" presStyleCnt="0"/>
      <dgm:spPr/>
    </dgm:pt>
    <dgm:pt modelId="{E017669F-9142-42D9-9840-70049D564BB2}" type="pres">
      <dgm:prSet presAssocID="{87150EBD-4329-4518-8485-4BE6C2A56701}" presName="bgRect" presStyleLbl="bgShp" presStyleIdx="3" presStyleCnt="6"/>
      <dgm:spPr/>
    </dgm:pt>
    <dgm:pt modelId="{B1DDEE50-8D5A-4137-BD54-8B469B5738CB}" type="pres">
      <dgm:prSet presAssocID="{87150EBD-4329-4518-8485-4BE6C2A56701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Subtitles"/>
        </a:ext>
      </dgm:extLst>
    </dgm:pt>
    <dgm:pt modelId="{8676391E-FBC0-4541-A24E-F9CF732458DF}" type="pres">
      <dgm:prSet presAssocID="{87150EBD-4329-4518-8485-4BE6C2A56701}" presName="spaceRect" presStyleCnt="0"/>
      <dgm:spPr/>
    </dgm:pt>
    <dgm:pt modelId="{EFACB962-43F2-4E83-A581-267FAB74FDFD}" type="pres">
      <dgm:prSet presAssocID="{87150EBD-4329-4518-8485-4BE6C2A56701}" presName="parTx" presStyleLbl="revTx" presStyleIdx="3" presStyleCnt="6">
        <dgm:presLayoutVars>
          <dgm:chMax val="0"/>
          <dgm:chPref val="0"/>
        </dgm:presLayoutVars>
      </dgm:prSet>
      <dgm:spPr/>
    </dgm:pt>
    <dgm:pt modelId="{C9A94473-5ED6-4F96-91F0-AC9334AF670A}" type="pres">
      <dgm:prSet presAssocID="{638D3938-0968-40E4-8513-822261982BAB}" presName="sibTrans" presStyleCnt="0"/>
      <dgm:spPr/>
    </dgm:pt>
    <dgm:pt modelId="{CE5A7B48-060F-4E54-9904-EFBF01BB0DEE}" type="pres">
      <dgm:prSet presAssocID="{9878625B-697C-4E27-AC6E-6863A0E5F034}" presName="compNode" presStyleCnt="0"/>
      <dgm:spPr/>
    </dgm:pt>
    <dgm:pt modelId="{9DBB23E2-E97D-43F0-9B8A-8C643618D7F3}" type="pres">
      <dgm:prSet presAssocID="{9878625B-697C-4E27-AC6E-6863A0E5F034}" presName="bgRect" presStyleLbl="bgShp" presStyleIdx="4" presStyleCnt="6"/>
      <dgm:spPr/>
    </dgm:pt>
    <dgm:pt modelId="{2FAC4889-E9B1-4286-B07D-320369867646}" type="pres">
      <dgm:prSet presAssocID="{9878625B-697C-4E27-AC6E-6863A0E5F034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ip Calendar"/>
        </a:ext>
      </dgm:extLst>
    </dgm:pt>
    <dgm:pt modelId="{C66DB0AA-D144-4B62-8B16-42E37DC29037}" type="pres">
      <dgm:prSet presAssocID="{9878625B-697C-4E27-AC6E-6863A0E5F034}" presName="spaceRect" presStyleCnt="0"/>
      <dgm:spPr/>
    </dgm:pt>
    <dgm:pt modelId="{FB0D2E3F-4378-4E42-96C2-2B2612C068D0}" type="pres">
      <dgm:prSet presAssocID="{9878625B-697C-4E27-AC6E-6863A0E5F034}" presName="parTx" presStyleLbl="revTx" presStyleIdx="4" presStyleCnt="6">
        <dgm:presLayoutVars>
          <dgm:chMax val="0"/>
          <dgm:chPref val="0"/>
        </dgm:presLayoutVars>
      </dgm:prSet>
      <dgm:spPr/>
    </dgm:pt>
    <dgm:pt modelId="{EFB77D9E-4FF0-4CCE-BEDD-5608C366029F}" type="pres">
      <dgm:prSet presAssocID="{88C47425-0999-4C3D-9074-3A9744DD36CF}" presName="sibTrans" presStyleCnt="0"/>
      <dgm:spPr/>
    </dgm:pt>
    <dgm:pt modelId="{89528C56-2F7E-47BC-B08C-9F4586287383}" type="pres">
      <dgm:prSet presAssocID="{F3FF7103-A7A3-48EC-9522-E6833E1D85DA}" presName="compNode" presStyleCnt="0"/>
      <dgm:spPr/>
    </dgm:pt>
    <dgm:pt modelId="{F5FD48E3-43AC-4548-B1C0-FE3AF0B19D1A}" type="pres">
      <dgm:prSet presAssocID="{F3FF7103-A7A3-48EC-9522-E6833E1D85DA}" presName="bgRect" presStyleLbl="bgShp" presStyleIdx="5" presStyleCnt="6"/>
      <dgm:spPr/>
    </dgm:pt>
    <dgm:pt modelId="{12DB3E9E-EFFE-4B69-A597-D98659CA0506}" type="pres">
      <dgm:prSet presAssocID="{F3FF7103-A7A3-48EC-9522-E6833E1D85D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Flowchart"/>
        </a:ext>
      </dgm:extLst>
    </dgm:pt>
    <dgm:pt modelId="{01EA58DF-C1C3-445C-AE1A-AEE6462C38CF}" type="pres">
      <dgm:prSet presAssocID="{F3FF7103-A7A3-48EC-9522-E6833E1D85DA}" presName="spaceRect" presStyleCnt="0"/>
      <dgm:spPr/>
    </dgm:pt>
    <dgm:pt modelId="{04ED7B06-BBAF-400E-AD0E-49943B09A6C8}" type="pres">
      <dgm:prSet presAssocID="{F3FF7103-A7A3-48EC-9522-E6833E1D85DA}" presName="parTx" presStyleLbl="revTx" presStyleIdx="5" presStyleCnt="6">
        <dgm:presLayoutVars>
          <dgm:chMax val="0"/>
          <dgm:chPref val="0"/>
        </dgm:presLayoutVars>
      </dgm:prSet>
      <dgm:spPr/>
    </dgm:pt>
  </dgm:ptLst>
  <dgm:cxnLst>
    <dgm:cxn modelId="{5D336C1D-8DAC-495F-8BB9-3F6792316A75}" srcId="{54FA45FC-2F5F-417C-87FE-62957515F1F8}" destId="{F3FF7103-A7A3-48EC-9522-E6833E1D85DA}" srcOrd="5" destOrd="0" parTransId="{66932168-71E3-4D39-8357-E9FC931F9186}" sibTransId="{D0D5EB33-D246-4882-ABC7-A09BD6A3D6B9}"/>
    <dgm:cxn modelId="{017B8C22-9E2C-467C-97B2-022B5997CB4D}" type="presOf" srcId="{C3555122-EB5C-4076-81E5-AF7BBF74284A}" destId="{C9C8A3A2-E21A-427D-AF16-CCB050651BB2}" srcOrd="0" destOrd="0" presId="urn:microsoft.com/office/officeart/2018/2/layout/IconVerticalSolidList"/>
    <dgm:cxn modelId="{EB338E2A-1C1C-46EA-ADC9-4651B0420BF2}" type="presOf" srcId="{F3FF7103-A7A3-48EC-9522-E6833E1D85DA}" destId="{04ED7B06-BBAF-400E-AD0E-49943B09A6C8}" srcOrd="0" destOrd="0" presId="urn:microsoft.com/office/officeart/2018/2/layout/IconVerticalSolidList"/>
    <dgm:cxn modelId="{EBF0B450-5D30-474D-9BCC-CCD56003965E}" srcId="{54FA45FC-2F5F-417C-87FE-62957515F1F8}" destId="{C3555122-EB5C-4076-81E5-AF7BBF74284A}" srcOrd="2" destOrd="0" parTransId="{03482233-71B0-48A5-83B2-B9C726C627A3}" sibTransId="{2ED7000A-8DFC-4EAC-A6A0-28C4F77E39AA}"/>
    <dgm:cxn modelId="{79456774-6ED7-4880-8077-0B89FD8B591A}" srcId="{54FA45FC-2F5F-417C-87FE-62957515F1F8}" destId="{9878625B-697C-4E27-AC6E-6863A0E5F034}" srcOrd="4" destOrd="0" parTransId="{12050EC4-995C-4392-8C9B-A4537F7E09C1}" sibTransId="{88C47425-0999-4C3D-9074-3A9744DD36CF}"/>
    <dgm:cxn modelId="{642E0878-8B76-4B22-916D-02C612CCBB67}" type="presOf" srcId="{54FA45FC-2F5F-417C-87FE-62957515F1F8}" destId="{65445B55-79DE-487D-9B03-2F0C2C08C8D8}" srcOrd="0" destOrd="0" presId="urn:microsoft.com/office/officeart/2018/2/layout/IconVerticalSolidList"/>
    <dgm:cxn modelId="{551F0F80-77C5-4B27-8B81-A808596C5041}" type="presOf" srcId="{87150EBD-4329-4518-8485-4BE6C2A56701}" destId="{EFACB962-43F2-4E83-A581-267FAB74FDFD}" srcOrd="0" destOrd="0" presId="urn:microsoft.com/office/officeart/2018/2/layout/IconVerticalSolidList"/>
    <dgm:cxn modelId="{B469F488-FC75-4892-AB56-388B077FA6E3}" srcId="{54FA45FC-2F5F-417C-87FE-62957515F1F8}" destId="{61CD7E2E-00B3-4003-9BF6-8C14A670FEF9}" srcOrd="1" destOrd="0" parTransId="{2CD847FF-0312-43A2-AB62-A43029676E7D}" sibTransId="{28F4DA2F-9A27-40B0-8FDD-937B4B8450BE}"/>
    <dgm:cxn modelId="{987B50A3-8A11-40C4-9B06-C86D4BFAAD04}" type="presOf" srcId="{3AFE6828-4EB1-413C-A29A-C2BB7EFFE426}" destId="{50841640-3C98-4BAC-85BE-C47836C90162}" srcOrd="0" destOrd="0" presId="urn:microsoft.com/office/officeart/2018/2/layout/IconVerticalSolidList"/>
    <dgm:cxn modelId="{5D99DAF0-7540-47CF-B431-A49C990A5295}" srcId="{54FA45FC-2F5F-417C-87FE-62957515F1F8}" destId="{87150EBD-4329-4518-8485-4BE6C2A56701}" srcOrd="3" destOrd="0" parTransId="{3BE9C86F-6C51-45AF-8B95-643208A2EE54}" sibTransId="{638D3938-0968-40E4-8513-822261982BAB}"/>
    <dgm:cxn modelId="{B307B6F6-7D90-4D75-B7F6-1214E7EF9E68}" type="presOf" srcId="{61CD7E2E-00B3-4003-9BF6-8C14A670FEF9}" destId="{C9CF80F0-368E-4966-A591-0A7DCE6763C1}" srcOrd="0" destOrd="0" presId="urn:microsoft.com/office/officeart/2018/2/layout/IconVerticalSolidList"/>
    <dgm:cxn modelId="{4DB1BCF8-D6F4-442F-9A1F-91037BE12AA7}" srcId="{54FA45FC-2F5F-417C-87FE-62957515F1F8}" destId="{3AFE6828-4EB1-413C-A29A-C2BB7EFFE426}" srcOrd="0" destOrd="0" parTransId="{768FDBB8-6AB0-4E52-9D40-9FE4EDE74260}" sibTransId="{25878D51-D29E-4E76-AE72-245D456F6F4A}"/>
    <dgm:cxn modelId="{309C59FA-D9C8-4038-A9C7-78F367E01B81}" type="presOf" srcId="{9878625B-697C-4E27-AC6E-6863A0E5F034}" destId="{FB0D2E3F-4378-4E42-96C2-2B2612C068D0}" srcOrd="0" destOrd="0" presId="urn:microsoft.com/office/officeart/2018/2/layout/IconVerticalSolidList"/>
    <dgm:cxn modelId="{071BA430-8BDF-47F5-B2D5-672A42551743}" type="presParOf" srcId="{65445B55-79DE-487D-9B03-2F0C2C08C8D8}" destId="{51EEA6D0-F5DF-4DAF-A82C-AA59AF1F06EB}" srcOrd="0" destOrd="0" presId="urn:microsoft.com/office/officeart/2018/2/layout/IconVerticalSolidList"/>
    <dgm:cxn modelId="{133DCAF3-F44F-4404-9EBE-54D19AED4828}" type="presParOf" srcId="{51EEA6D0-F5DF-4DAF-A82C-AA59AF1F06EB}" destId="{3A8E11C8-9384-48EC-85C3-651E5AE907BC}" srcOrd="0" destOrd="0" presId="urn:microsoft.com/office/officeart/2018/2/layout/IconVerticalSolidList"/>
    <dgm:cxn modelId="{4CE154C4-DA19-4342-92AC-C17822F661EC}" type="presParOf" srcId="{51EEA6D0-F5DF-4DAF-A82C-AA59AF1F06EB}" destId="{684D93D3-300B-4FC2-BDA7-CAB60E6E013A}" srcOrd="1" destOrd="0" presId="urn:microsoft.com/office/officeart/2018/2/layout/IconVerticalSolidList"/>
    <dgm:cxn modelId="{F620106C-7974-4748-8C2D-818436DE9A38}" type="presParOf" srcId="{51EEA6D0-F5DF-4DAF-A82C-AA59AF1F06EB}" destId="{D0D73E43-5406-4D9B-A57A-765529FAD92F}" srcOrd="2" destOrd="0" presId="urn:microsoft.com/office/officeart/2018/2/layout/IconVerticalSolidList"/>
    <dgm:cxn modelId="{63B664C4-8D7F-46F9-9CE1-A7BB64122E74}" type="presParOf" srcId="{51EEA6D0-F5DF-4DAF-A82C-AA59AF1F06EB}" destId="{50841640-3C98-4BAC-85BE-C47836C90162}" srcOrd="3" destOrd="0" presId="urn:microsoft.com/office/officeart/2018/2/layout/IconVerticalSolidList"/>
    <dgm:cxn modelId="{0846EB31-D6D0-4884-8270-4C63F4A73508}" type="presParOf" srcId="{65445B55-79DE-487D-9B03-2F0C2C08C8D8}" destId="{5AEAAB2E-7158-4FB9-8174-65A02810CAAB}" srcOrd="1" destOrd="0" presId="urn:microsoft.com/office/officeart/2018/2/layout/IconVerticalSolidList"/>
    <dgm:cxn modelId="{1521E5B2-6D57-4035-8E34-88089E0F68D6}" type="presParOf" srcId="{65445B55-79DE-487D-9B03-2F0C2C08C8D8}" destId="{296A54E6-F146-4A5C-8706-9CC366878CD7}" srcOrd="2" destOrd="0" presId="urn:microsoft.com/office/officeart/2018/2/layout/IconVerticalSolidList"/>
    <dgm:cxn modelId="{B6548BA1-2E2F-474E-812E-DBF1703B241C}" type="presParOf" srcId="{296A54E6-F146-4A5C-8706-9CC366878CD7}" destId="{8EA2A1C6-30D6-4EFD-B9CC-AD3D5B6FF24F}" srcOrd="0" destOrd="0" presId="urn:microsoft.com/office/officeart/2018/2/layout/IconVerticalSolidList"/>
    <dgm:cxn modelId="{7C49D28E-AA05-4655-A0B2-D6D6F47A3E8B}" type="presParOf" srcId="{296A54E6-F146-4A5C-8706-9CC366878CD7}" destId="{98644612-05FF-4E10-823C-4DC33653CB6A}" srcOrd="1" destOrd="0" presId="urn:microsoft.com/office/officeart/2018/2/layout/IconVerticalSolidList"/>
    <dgm:cxn modelId="{FC676027-12E0-4A7F-86AC-7B1936AC9274}" type="presParOf" srcId="{296A54E6-F146-4A5C-8706-9CC366878CD7}" destId="{8917B9DB-2913-4188-A326-7B7F1E7CF403}" srcOrd="2" destOrd="0" presId="urn:microsoft.com/office/officeart/2018/2/layout/IconVerticalSolidList"/>
    <dgm:cxn modelId="{FF52E40F-C135-4C5B-8569-FAE96C803127}" type="presParOf" srcId="{296A54E6-F146-4A5C-8706-9CC366878CD7}" destId="{C9CF80F0-368E-4966-A591-0A7DCE6763C1}" srcOrd="3" destOrd="0" presId="urn:microsoft.com/office/officeart/2018/2/layout/IconVerticalSolidList"/>
    <dgm:cxn modelId="{E9F7B70B-B011-492A-9E3F-CBD5E9ECE350}" type="presParOf" srcId="{65445B55-79DE-487D-9B03-2F0C2C08C8D8}" destId="{69F642CB-1C76-47E4-9909-5DC52F4735B6}" srcOrd="3" destOrd="0" presId="urn:microsoft.com/office/officeart/2018/2/layout/IconVerticalSolidList"/>
    <dgm:cxn modelId="{FC1B33B4-14D1-4F4B-B46F-214516FF7AAE}" type="presParOf" srcId="{65445B55-79DE-487D-9B03-2F0C2C08C8D8}" destId="{93188E6F-768E-4546-A350-00B2DD87D113}" srcOrd="4" destOrd="0" presId="urn:microsoft.com/office/officeart/2018/2/layout/IconVerticalSolidList"/>
    <dgm:cxn modelId="{424FD689-89C4-49F3-ABFC-30BC12141A04}" type="presParOf" srcId="{93188E6F-768E-4546-A350-00B2DD87D113}" destId="{42020686-FFA4-41EE-BBDE-BFBA638F1E44}" srcOrd="0" destOrd="0" presId="urn:microsoft.com/office/officeart/2018/2/layout/IconVerticalSolidList"/>
    <dgm:cxn modelId="{0D2226A2-14A8-458B-8819-1595B83DF04E}" type="presParOf" srcId="{93188E6F-768E-4546-A350-00B2DD87D113}" destId="{E5C8371C-8CB9-49B7-B1BC-2069C56BB526}" srcOrd="1" destOrd="0" presId="urn:microsoft.com/office/officeart/2018/2/layout/IconVerticalSolidList"/>
    <dgm:cxn modelId="{714EFBF1-4C88-4932-B889-748DC49D2FE0}" type="presParOf" srcId="{93188E6F-768E-4546-A350-00B2DD87D113}" destId="{E1A485C3-4106-435E-A85B-F16A164D6845}" srcOrd="2" destOrd="0" presId="urn:microsoft.com/office/officeart/2018/2/layout/IconVerticalSolidList"/>
    <dgm:cxn modelId="{24978E53-E4A8-4627-89BA-502FE5DE5FB2}" type="presParOf" srcId="{93188E6F-768E-4546-A350-00B2DD87D113}" destId="{C9C8A3A2-E21A-427D-AF16-CCB050651BB2}" srcOrd="3" destOrd="0" presId="urn:microsoft.com/office/officeart/2018/2/layout/IconVerticalSolidList"/>
    <dgm:cxn modelId="{A1B4DA39-9379-476C-A836-2F0620783D1B}" type="presParOf" srcId="{65445B55-79DE-487D-9B03-2F0C2C08C8D8}" destId="{11CC355B-8032-42EE-82D6-6EC231F620AF}" srcOrd="5" destOrd="0" presId="urn:microsoft.com/office/officeart/2018/2/layout/IconVerticalSolidList"/>
    <dgm:cxn modelId="{8B5742E3-990F-41FE-9174-F8D3061918EB}" type="presParOf" srcId="{65445B55-79DE-487D-9B03-2F0C2C08C8D8}" destId="{AC2E1DE2-3375-40D2-B00F-DBB25621ACA3}" srcOrd="6" destOrd="0" presId="urn:microsoft.com/office/officeart/2018/2/layout/IconVerticalSolidList"/>
    <dgm:cxn modelId="{403F1626-ED3B-44B3-8D66-53DD3C16CC3E}" type="presParOf" srcId="{AC2E1DE2-3375-40D2-B00F-DBB25621ACA3}" destId="{E017669F-9142-42D9-9840-70049D564BB2}" srcOrd="0" destOrd="0" presId="urn:microsoft.com/office/officeart/2018/2/layout/IconVerticalSolidList"/>
    <dgm:cxn modelId="{4637344D-EBC1-4528-AB93-6157B2810F8F}" type="presParOf" srcId="{AC2E1DE2-3375-40D2-B00F-DBB25621ACA3}" destId="{B1DDEE50-8D5A-4137-BD54-8B469B5738CB}" srcOrd="1" destOrd="0" presId="urn:microsoft.com/office/officeart/2018/2/layout/IconVerticalSolidList"/>
    <dgm:cxn modelId="{29D686FE-D26A-4616-A241-F00C2DB85043}" type="presParOf" srcId="{AC2E1DE2-3375-40D2-B00F-DBB25621ACA3}" destId="{8676391E-FBC0-4541-A24E-F9CF732458DF}" srcOrd="2" destOrd="0" presId="urn:microsoft.com/office/officeart/2018/2/layout/IconVerticalSolidList"/>
    <dgm:cxn modelId="{462B9B38-D5E4-42EC-A3C4-D1E4012085FA}" type="presParOf" srcId="{AC2E1DE2-3375-40D2-B00F-DBB25621ACA3}" destId="{EFACB962-43F2-4E83-A581-267FAB74FDFD}" srcOrd="3" destOrd="0" presId="urn:microsoft.com/office/officeart/2018/2/layout/IconVerticalSolidList"/>
    <dgm:cxn modelId="{5DBAE506-5A8D-4B76-805C-765BF26AD9E6}" type="presParOf" srcId="{65445B55-79DE-487D-9B03-2F0C2C08C8D8}" destId="{C9A94473-5ED6-4F96-91F0-AC9334AF670A}" srcOrd="7" destOrd="0" presId="urn:microsoft.com/office/officeart/2018/2/layout/IconVerticalSolidList"/>
    <dgm:cxn modelId="{257800AA-865D-4D7B-8CE3-85C941CCE07B}" type="presParOf" srcId="{65445B55-79DE-487D-9B03-2F0C2C08C8D8}" destId="{CE5A7B48-060F-4E54-9904-EFBF01BB0DEE}" srcOrd="8" destOrd="0" presId="urn:microsoft.com/office/officeart/2018/2/layout/IconVerticalSolidList"/>
    <dgm:cxn modelId="{A0709D3D-7336-4EBA-8962-2AEFD07864B5}" type="presParOf" srcId="{CE5A7B48-060F-4E54-9904-EFBF01BB0DEE}" destId="{9DBB23E2-E97D-43F0-9B8A-8C643618D7F3}" srcOrd="0" destOrd="0" presId="urn:microsoft.com/office/officeart/2018/2/layout/IconVerticalSolidList"/>
    <dgm:cxn modelId="{B7B5B08C-AB58-4D34-B3AD-D88705BC0E58}" type="presParOf" srcId="{CE5A7B48-060F-4E54-9904-EFBF01BB0DEE}" destId="{2FAC4889-E9B1-4286-B07D-320369867646}" srcOrd="1" destOrd="0" presId="urn:microsoft.com/office/officeart/2018/2/layout/IconVerticalSolidList"/>
    <dgm:cxn modelId="{F9ACD208-95A0-4E11-9024-705BC8F4DE60}" type="presParOf" srcId="{CE5A7B48-060F-4E54-9904-EFBF01BB0DEE}" destId="{C66DB0AA-D144-4B62-8B16-42E37DC29037}" srcOrd="2" destOrd="0" presId="urn:microsoft.com/office/officeart/2018/2/layout/IconVerticalSolidList"/>
    <dgm:cxn modelId="{D16648F1-EB4C-44C6-ADB8-8148A301C9ED}" type="presParOf" srcId="{CE5A7B48-060F-4E54-9904-EFBF01BB0DEE}" destId="{FB0D2E3F-4378-4E42-96C2-2B2612C068D0}" srcOrd="3" destOrd="0" presId="urn:microsoft.com/office/officeart/2018/2/layout/IconVerticalSolidList"/>
    <dgm:cxn modelId="{0BE1CCCB-3DD8-4721-A061-37772240C45C}" type="presParOf" srcId="{65445B55-79DE-487D-9B03-2F0C2C08C8D8}" destId="{EFB77D9E-4FF0-4CCE-BEDD-5608C366029F}" srcOrd="9" destOrd="0" presId="urn:microsoft.com/office/officeart/2018/2/layout/IconVerticalSolidList"/>
    <dgm:cxn modelId="{726DBE80-C5D5-44C8-894E-355BE395E699}" type="presParOf" srcId="{65445B55-79DE-487D-9B03-2F0C2C08C8D8}" destId="{89528C56-2F7E-47BC-B08C-9F4586287383}" srcOrd="10" destOrd="0" presId="urn:microsoft.com/office/officeart/2018/2/layout/IconVerticalSolidList"/>
    <dgm:cxn modelId="{3CEBFC9B-ADA3-409B-88E2-F0374CFFA7FD}" type="presParOf" srcId="{89528C56-2F7E-47BC-B08C-9F4586287383}" destId="{F5FD48E3-43AC-4548-B1C0-FE3AF0B19D1A}" srcOrd="0" destOrd="0" presId="urn:microsoft.com/office/officeart/2018/2/layout/IconVerticalSolidList"/>
    <dgm:cxn modelId="{A4A5858E-89F2-4BEB-AB9E-D2FE516B0D5D}" type="presParOf" srcId="{89528C56-2F7E-47BC-B08C-9F4586287383}" destId="{12DB3E9E-EFFE-4B69-A597-D98659CA0506}" srcOrd="1" destOrd="0" presId="urn:microsoft.com/office/officeart/2018/2/layout/IconVerticalSolidList"/>
    <dgm:cxn modelId="{1C137099-F1F6-4CA0-9A59-AD3F53EC4CF2}" type="presParOf" srcId="{89528C56-2F7E-47BC-B08C-9F4586287383}" destId="{01EA58DF-C1C3-445C-AE1A-AEE6462C38CF}" srcOrd="2" destOrd="0" presId="urn:microsoft.com/office/officeart/2018/2/layout/IconVerticalSolidList"/>
    <dgm:cxn modelId="{AC97E168-F29A-4927-B6DB-A2FAC65A44A8}" type="presParOf" srcId="{89528C56-2F7E-47BC-B08C-9F4586287383}" destId="{04ED7B06-BBAF-400E-AD0E-49943B09A6C8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0F3C5D3-2E72-4741-A01C-3E507B47A9F8}" type="doc">
      <dgm:prSet loTypeId="urn:microsoft.com/office/officeart/2018/2/layout/IconLabelList" loCatId="icon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11F1A7C6-3DCA-44AD-9A3A-DF9E06F039A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Made adjustments to better represent our progress and future plans.</a:t>
          </a:r>
        </a:p>
      </dgm:t>
    </dgm:pt>
    <dgm:pt modelId="{342662EA-0C84-483A-89D0-E3D35D1E2963}" type="parTrans" cxnId="{053AAF56-AA2C-42BF-89F1-837B2A12F6C8}">
      <dgm:prSet/>
      <dgm:spPr/>
      <dgm:t>
        <a:bodyPr/>
        <a:lstStyle/>
        <a:p>
          <a:endParaRPr lang="en-US"/>
        </a:p>
      </dgm:t>
    </dgm:pt>
    <dgm:pt modelId="{8748F42F-3BB5-4020-99A0-8041DD0E12C9}" type="sibTrans" cxnId="{053AAF56-AA2C-42BF-89F1-837B2A12F6C8}">
      <dgm:prSet/>
      <dgm:spPr/>
      <dgm:t>
        <a:bodyPr/>
        <a:lstStyle/>
        <a:p>
          <a:endParaRPr lang="en-US"/>
        </a:p>
      </dgm:t>
    </dgm:pt>
    <dgm:pt modelId="{22290E01-3957-4D60-B6A2-8E3EAD24FF36}">
      <dgm:prSet phldr="0"/>
      <dgm:spPr/>
      <dgm:t>
        <a:bodyPr/>
        <a:lstStyle/>
        <a:p>
          <a:pPr>
            <a:lnSpc>
              <a:spcPct val="100000"/>
            </a:lnSpc>
          </a:pPr>
          <a:r>
            <a:rPr lang="en-US">
              <a:latin typeface="Calibri"/>
              <a:ea typeface="Calibri"/>
              <a:cs typeface="Calibri"/>
            </a:rPr>
            <a:t>Still well on pace to finish the “What Now?” Project on time.</a:t>
          </a:r>
          <a:endParaRPr lang="en-US">
            <a:latin typeface="Franklin Gothic Heavy"/>
          </a:endParaRPr>
        </a:p>
      </dgm:t>
    </dgm:pt>
    <dgm:pt modelId="{705C20D4-FBB5-4226-BF20-FFB274E82E50}" type="parTrans" cxnId="{0E9C78EB-AF1D-4272-B660-F59A9AD33099}">
      <dgm:prSet/>
      <dgm:spPr/>
      <dgm:t>
        <a:bodyPr/>
        <a:lstStyle/>
        <a:p>
          <a:endParaRPr lang="en-US"/>
        </a:p>
      </dgm:t>
    </dgm:pt>
    <dgm:pt modelId="{A780984D-3921-4AD6-A82A-901AA22A28A2}" type="sibTrans" cxnId="{0E9C78EB-AF1D-4272-B660-F59A9AD33099}">
      <dgm:prSet/>
      <dgm:spPr/>
      <dgm:t>
        <a:bodyPr/>
        <a:lstStyle/>
        <a:p>
          <a:endParaRPr lang="en-US"/>
        </a:p>
      </dgm:t>
    </dgm:pt>
    <dgm:pt modelId="{9C4FD997-3976-4751-8EB4-556D01073D6C}" type="pres">
      <dgm:prSet presAssocID="{50F3C5D3-2E72-4741-A01C-3E507B47A9F8}" presName="root" presStyleCnt="0">
        <dgm:presLayoutVars>
          <dgm:dir/>
          <dgm:resizeHandles val="exact"/>
        </dgm:presLayoutVars>
      </dgm:prSet>
      <dgm:spPr/>
    </dgm:pt>
    <dgm:pt modelId="{F448A15C-140A-40EC-8540-AE640B14F1BB}" type="pres">
      <dgm:prSet presAssocID="{11F1A7C6-3DCA-44AD-9A3A-DF9E06F039A4}" presName="compNode" presStyleCnt="0"/>
      <dgm:spPr/>
    </dgm:pt>
    <dgm:pt modelId="{326AB783-A152-4DFA-B7AD-D48015D5A4BB}" type="pres">
      <dgm:prSet presAssocID="{11F1A7C6-3DCA-44AD-9A3A-DF9E06F039A4}" presName="iconRect" presStyleLbl="node1" presStyleIdx="0" presStyleCnt="2"/>
      <dgm:spPr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Clipboard Mixed with solid fill"/>
        </a:ext>
      </dgm:extLst>
    </dgm:pt>
    <dgm:pt modelId="{0D179945-8E9D-4715-BB7C-2663646B0147}" type="pres">
      <dgm:prSet presAssocID="{11F1A7C6-3DCA-44AD-9A3A-DF9E06F039A4}" presName="spaceRect" presStyleCnt="0"/>
      <dgm:spPr/>
    </dgm:pt>
    <dgm:pt modelId="{1BFDDF81-1A53-45BD-BE47-9E4282BD7863}" type="pres">
      <dgm:prSet presAssocID="{11F1A7C6-3DCA-44AD-9A3A-DF9E06F039A4}" presName="textRect" presStyleLbl="revTx" presStyleIdx="0" presStyleCnt="2">
        <dgm:presLayoutVars>
          <dgm:chMax val="1"/>
          <dgm:chPref val="1"/>
        </dgm:presLayoutVars>
      </dgm:prSet>
      <dgm:spPr/>
    </dgm:pt>
    <dgm:pt modelId="{DB9A3CA4-EFF5-42FE-990F-6402AEA05BFC}" type="pres">
      <dgm:prSet presAssocID="{8748F42F-3BB5-4020-99A0-8041DD0E12C9}" presName="sibTrans" presStyleCnt="0"/>
      <dgm:spPr/>
    </dgm:pt>
    <dgm:pt modelId="{A209F3D2-9708-4EC2-81CF-7A75762275C9}" type="pres">
      <dgm:prSet presAssocID="{22290E01-3957-4D60-B6A2-8E3EAD24FF36}" presName="compNode" presStyleCnt="0"/>
      <dgm:spPr/>
    </dgm:pt>
    <dgm:pt modelId="{FD42BF2E-EB6D-487E-98C6-E7952446E39C}" type="pres">
      <dgm:prSet presAssocID="{22290E01-3957-4D60-B6A2-8E3EAD24FF36}" presName="iconRect" presStyleLbl="node1" presStyleIdx="1" presStyleCnt="2"/>
      <dgm:spPr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</dgm:spPr>
      <dgm:extLst>
        <a:ext uri="{E40237B7-FDA0-4F09-8148-C483321AD2D9}">
          <dgm14:cNvPr xmlns:dgm14="http://schemas.microsoft.com/office/drawing/2010/diagram" id="0" name="" descr="Building Brick Wall with solid fill"/>
        </a:ext>
      </dgm:extLst>
    </dgm:pt>
    <dgm:pt modelId="{01138C09-6FE6-482E-93C8-C1BDCBADB918}" type="pres">
      <dgm:prSet presAssocID="{22290E01-3957-4D60-B6A2-8E3EAD24FF36}" presName="spaceRect" presStyleCnt="0"/>
      <dgm:spPr/>
    </dgm:pt>
    <dgm:pt modelId="{599B8D8E-0D14-48AF-81A2-11A61DA1A240}" type="pres">
      <dgm:prSet presAssocID="{22290E01-3957-4D60-B6A2-8E3EAD24FF36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A22A2A09-AF4A-4E57-94B5-F599781634A1}" type="presOf" srcId="{11F1A7C6-3DCA-44AD-9A3A-DF9E06F039A4}" destId="{1BFDDF81-1A53-45BD-BE47-9E4282BD7863}" srcOrd="0" destOrd="0" presId="urn:microsoft.com/office/officeart/2018/2/layout/IconLabelList"/>
    <dgm:cxn modelId="{053AAF56-AA2C-42BF-89F1-837B2A12F6C8}" srcId="{50F3C5D3-2E72-4741-A01C-3E507B47A9F8}" destId="{11F1A7C6-3DCA-44AD-9A3A-DF9E06F039A4}" srcOrd="0" destOrd="0" parTransId="{342662EA-0C84-483A-89D0-E3D35D1E2963}" sibTransId="{8748F42F-3BB5-4020-99A0-8041DD0E12C9}"/>
    <dgm:cxn modelId="{CB983B8D-64D8-4623-A146-5504B3101CF1}" type="presOf" srcId="{22290E01-3957-4D60-B6A2-8E3EAD24FF36}" destId="{599B8D8E-0D14-48AF-81A2-11A61DA1A240}" srcOrd="0" destOrd="0" presId="urn:microsoft.com/office/officeart/2018/2/layout/IconLabelList"/>
    <dgm:cxn modelId="{24B599DC-9310-4089-B061-B6293A0688C7}" type="presOf" srcId="{50F3C5D3-2E72-4741-A01C-3E507B47A9F8}" destId="{9C4FD997-3976-4751-8EB4-556D01073D6C}" srcOrd="0" destOrd="0" presId="urn:microsoft.com/office/officeart/2018/2/layout/IconLabelList"/>
    <dgm:cxn modelId="{0E9C78EB-AF1D-4272-B660-F59A9AD33099}" srcId="{50F3C5D3-2E72-4741-A01C-3E507B47A9F8}" destId="{22290E01-3957-4D60-B6A2-8E3EAD24FF36}" srcOrd="1" destOrd="0" parTransId="{705C20D4-FBB5-4226-BF20-FFB274E82E50}" sibTransId="{A780984D-3921-4AD6-A82A-901AA22A28A2}"/>
    <dgm:cxn modelId="{1BB7CBAA-BE27-48CC-82FC-1D3E87B29DE5}" type="presParOf" srcId="{9C4FD997-3976-4751-8EB4-556D01073D6C}" destId="{F448A15C-140A-40EC-8540-AE640B14F1BB}" srcOrd="0" destOrd="0" presId="urn:microsoft.com/office/officeart/2018/2/layout/IconLabelList"/>
    <dgm:cxn modelId="{35240B14-8CCA-4DBB-AA09-37E2DBAB2756}" type="presParOf" srcId="{F448A15C-140A-40EC-8540-AE640B14F1BB}" destId="{326AB783-A152-4DFA-B7AD-D48015D5A4BB}" srcOrd="0" destOrd="0" presId="urn:microsoft.com/office/officeart/2018/2/layout/IconLabelList"/>
    <dgm:cxn modelId="{1D83A704-7933-467F-AD0F-6C26D69C70DF}" type="presParOf" srcId="{F448A15C-140A-40EC-8540-AE640B14F1BB}" destId="{0D179945-8E9D-4715-BB7C-2663646B0147}" srcOrd="1" destOrd="0" presId="urn:microsoft.com/office/officeart/2018/2/layout/IconLabelList"/>
    <dgm:cxn modelId="{4AED7672-01B0-41AB-B771-D16D5B8E2F65}" type="presParOf" srcId="{F448A15C-140A-40EC-8540-AE640B14F1BB}" destId="{1BFDDF81-1A53-45BD-BE47-9E4282BD7863}" srcOrd="2" destOrd="0" presId="urn:microsoft.com/office/officeart/2018/2/layout/IconLabelList"/>
    <dgm:cxn modelId="{E8128510-635E-41D1-946B-6AE23B6EA3D7}" type="presParOf" srcId="{9C4FD997-3976-4751-8EB4-556D01073D6C}" destId="{DB9A3CA4-EFF5-42FE-990F-6402AEA05BFC}" srcOrd="1" destOrd="0" presId="urn:microsoft.com/office/officeart/2018/2/layout/IconLabelList"/>
    <dgm:cxn modelId="{A2047838-7B4C-4E97-A1C8-30194DFBDF94}" type="presParOf" srcId="{9C4FD997-3976-4751-8EB4-556D01073D6C}" destId="{A209F3D2-9708-4EC2-81CF-7A75762275C9}" srcOrd="2" destOrd="0" presId="urn:microsoft.com/office/officeart/2018/2/layout/IconLabelList"/>
    <dgm:cxn modelId="{C3658C7E-6A4A-4690-8387-C9C0B9162B72}" type="presParOf" srcId="{A209F3D2-9708-4EC2-81CF-7A75762275C9}" destId="{FD42BF2E-EB6D-487E-98C6-E7952446E39C}" srcOrd="0" destOrd="0" presId="urn:microsoft.com/office/officeart/2018/2/layout/IconLabelList"/>
    <dgm:cxn modelId="{3618211B-D9AE-47AE-B2CB-0E3C1ABCBCF5}" type="presParOf" srcId="{A209F3D2-9708-4EC2-81CF-7A75762275C9}" destId="{01138C09-6FE6-482E-93C8-C1BDCBADB918}" srcOrd="1" destOrd="0" presId="urn:microsoft.com/office/officeart/2018/2/layout/IconLabelList"/>
    <dgm:cxn modelId="{F4BCBF77-5305-4B5D-9190-9DBBBCFBE77F}" type="presParOf" srcId="{A209F3D2-9708-4EC2-81CF-7A75762275C9}" destId="{599B8D8E-0D14-48AF-81A2-11A61DA1A240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A8E11C8-9384-48EC-85C3-651E5AE907BC}">
      <dsp:nvSpPr>
        <dsp:cNvPr id="0" name=""/>
        <dsp:cNvSpPr/>
      </dsp:nvSpPr>
      <dsp:spPr>
        <a:xfrm>
          <a:off x="0" y="1246"/>
          <a:ext cx="9493250" cy="5312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84D93D3-300B-4FC2-BDA7-CAB60E6E013A}">
      <dsp:nvSpPr>
        <dsp:cNvPr id="0" name=""/>
        <dsp:cNvSpPr/>
      </dsp:nvSpPr>
      <dsp:spPr>
        <a:xfrm>
          <a:off x="160707" y="120781"/>
          <a:ext cx="292195" cy="292195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841640-3C98-4BAC-85BE-C47836C90162}">
      <dsp:nvSpPr>
        <dsp:cNvPr id="0" name=""/>
        <dsp:cNvSpPr/>
      </dsp:nvSpPr>
      <dsp:spPr>
        <a:xfrm>
          <a:off x="613611" y="1246"/>
          <a:ext cx="8879638" cy="53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26" tIns="56226" rIns="56226" bIns="5622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Using an enum for the type of time described (min, hr, days, weeks).</a:t>
          </a:r>
        </a:p>
      </dsp:txBody>
      <dsp:txXfrm>
        <a:off x="613611" y="1246"/>
        <a:ext cx="8879638" cy="531265"/>
      </dsp:txXfrm>
    </dsp:sp>
    <dsp:sp modelId="{8EA2A1C6-30D6-4EFD-B9CC-AD3D5B6FF24F}">
      <dsp:nvSpPr>
        <dsp:cNvPr id="0" name=""/>
        <dsp:cNvSpPr/>
      </dsp:nvSpPr>
      <dsp:spPr>
        <a:xfrm>
          <a:off x="0" y="665328"/>
          <a:ext cx="9493250" cy="5312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8644612-05FF-4E10-823C-4DC33653CB6A}">
      <dsp:nvSpPr>
        <dsp:cNvPr id="0" name=""/>
        <dsp:cNvSpPr/>
      </dsp:nvSpPr>
      <dsp:spPr>
        <a:xfrm>
          <a:off x="160707" y="784863"/>
          <a:ext cx="292195" cy="292195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F80F0-368E-4966-A591-0A7DCE6763C1}">
      <dsp:nvSpPr>
        <dsp:cNvPr id="0" name=""/>
        <dsp:cNvSpPr/>
      </dsp:nvSpPr>
      <dsp:spPr>
        <a:xfrm>
          <a:off x="613611" y="665328"/>
          <a:ext cx="8879638" cy="53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26" tIns="56226" rIns="56226" bIns="5622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DateRange for a start date/end date.</a:t>
          </a:r>
        </a:p>
      </dsp:txBody>
      <dsp:txXfrm>
        <a:off x="613611" y="665328"/>
        <a:ext cx="8879638" cy="531265"/>
      </dsp:txXfrm>
    </dsp:sp>
    <dsp:sp modelId="{42020686-FFA4-41EE-BBDE-BFBA638F1E44}">
      <dsp:nvSpPr>
        <dsp:cNvPr id="0" name=""/>
        <dsp:cNvSpPr/>
      </dsp:nvSpPr>
      <dsp:spPr>
        <a:xfrm>
          <a:off x="0" y="1329410"/>
          <a:ext cx="9493250" cy="5312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5C8371C-8CB9-49B7-B1BC-2069C56BB526}">
      <dsp:nvSpPr>
        <dsp:cNvPr id="0" name=""/>
        <dsp:cNvSpPr/>
      </dsp:nvSpPr>
      <dsp:spPr>
        <a:xfrm>
          <a:off x="160707" y="1448944"/>
          <a:ext cx="292195" cy="292195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9C8A3A2-E21A-427D-AF16-CCB050651BB2}">
      <dsp:nvSpPr>
        <dsp:cNvPr id="0" name=""/>
        <dsp:cNvSpPr/>
      </dsp:nvSpPr>
      <dsp:spPr>
        <a:xfrm>
          <a:off x="613611" y="1329410"/>
          <a:ext cx="8879638" cy="53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26" tIns="56226" rIns="56226" bIns="5622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We are using a Semesters class to hold the date range for specific semesters in a dictionary.</a:t>
          </a:r>
        </a:p>
      </dsp:txBody>
      <dsp:txXfrm>
        <a:off x="613611" y="1329410"/>
        <a:ext cx="8879638" cy="531265"/>
      </dsp:txXfrm>
    </dsp:sp>
    <dsp:sp modelId="{E017669F-9142-42D9-9840-70049D564BB2}">
      <dsp:nvSpPr>
        <dsp:cNvPr id="0" name=""/>
        <dsp:cNvSpPr/>
      </dsp:nvSpPr>
      <dsp:spPr>
        <a:xfrm>
          <a:off x="0" y="1993491"/>
          <a:ext cx="9493250" cy="5312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1DDEE50-8D5A-4137-BD54-8B469B5738CB}">
      <dsp:nvSpPr>
        <dsp:cNvPr id="0" name=""/>
        <dsp:cNvSpPr/>
      </dsp:nvSpPr>
      <dsp:spPr>
        <a:xfrm>
          <a:off x="160707" y="2113026"/>
          <a:ext cx="292195" cy="292195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FACB962-43F2-4E83-A581-267FAB74FDFD}">
      <dsp:nvSpPr>
        <dsp:cNvPr id="0" name=""/>
        <dsp:cNvSpPr/>
      </dsp:nvSpPr>
      <dsp:spPr>
        <a:xfrm>
          <a:off x="613611" y="1993491"/>
          <a:ext cx="8879638" cy="53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26" tIns="56226" rIns="56226" bIns="5622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Users can choose how long before an event occurs that they want to be notified.</a:t>
          </a:r>
        </a:p>
      </dsp:txBody>
      <dsp:txXfrm>
        <a:off x="613611" y="1993491"/>
        <a:ext cx="8879638" cy="531265"/>
      </dsp:txXfrm>
    </dsp:sp>
    <dsp:sp modelId="{9DBB23E2-E97D-43F0-9B8A-8C643618D7F3}">
      <dsp:nvSpPr>
        <dsp:cNvPr id="0" name=""/>
        <dsp:cNvSpPr/>
      </dsp:nvSpPr>
      <dsp:spPr>
        <a:xfrm>
          <a:off x="0" y="2657573"/>
          <a:ext cx="9493250" cy="5312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FAC4889-E9B1-4286-B07D-320369867646}">
      <dsp:nvSpPr>
        <dsp:cNvPr id="0" name=""/>
        <dsp:cNvSpPr/>
      </dsp:nvSpPr>
      <dsp:spPr>
        <a:xfrm>
          <a:off x="160707" y="2777107"/>
          <a:ext cx="292195" cy="292195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B0D2E3F-4378-4E42-96C2-2B2612C068D0}">
      <dsp:nvSpPr>
        <dsp:cNvPr id="0" name=""/>
        <dsp:cNvSpPr/>
      </dsp:nvSpPr>
      <dsp:spPr>
        <a:xfrm>
          <a:off x="613611" y="2657573"/>
          <a:ext cx="8879638" cy="53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26" tIns="56226" rIns="56226" bIns="5622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/>
            <a:t>Each event includes a name, date range, time range.</a:t>
          </a:r>
        </a:p>
      </dsp:txBody>
      <dsp:txXfrm>
        <a:off x="613611" y="2657573"/>
        <a:ext cx="8879638" cy="531265"/>
      </dsp:txXfrm>
    </dsp:sp>
    <dsp:sp modelId="{F5FD48E3-43AC-4548-B1C0-FE3AF0B19D1A}">
      <dsp:nvSpPr>
        <dsp:cNvPr id="0" name=""/>
        <dsp:cNvSpPr/>
      </dsp:nvSpPr>
      <dsp:spPr>
        <a:xfrm>
          <a:off x="0" y="3321654"/>
          <a:ext cx="9493250" cy="531265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2DB3E9E-EFFE-4B69-A597-D98659CA0506}">
      <dsp:nvSpPr>
        <dsp:cNvPr id="0" name=""/>
        <dsp:cNvSpPr/>
      </dsp:nvSpPr>
      <dsp:spPr>
        <a:xfrm>
          <a:off x="160707" y="3441189"/>
          <a:ext cx="292195" cy="292195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4ED7B06-BBAF-400E-AD0E-49943B09A6C8}">
      <dsp:nvSpPr>
        <dsp:cNvPr id="0" name=""/>
        <dsp:cNvSpPr/>
      </dsp:nvSpPr>
      <dsp:spPr>
        <a:xfrm>
          <a:off x="613611" y="3321654"/>
          <a:ext cx="8879638" cy="531265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56226" tIns="56226" rIns="56226" bIns="56226" numCol="1" spcCol="1270" anchor="ctr" anchorCtr="0">
          <a:noAutofit/>
        </a:bodyPr>
        <a:lstStyle/>
        <a:p>
          <a:pPr marL="0" lvl="0" indent="0" algn="l" defTabSz="6223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400" kern="1200" dirty="0"/>
            <a:t>Optionally, the events may include a description, notification time, and will be able to be configured as a repeating or non-repeating event – which is in progress.</a:t>
          </a:r>
        </a:p>
      </dsp:txBody>
      <dsp:txXfrm>
        <a:off x="613611" y="3321654"/>
        <a:ext cx="8879638" cy="53126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26AB783-A152-4DFA-B7AD-D48015D5A4BB}">
      <dsp:nvSpPr>
        <dsp:cNvPr id="0" name=""/>
        <dsp:cNvSpPr/>
      </dsp:nvSpPr>
      <dsp:spPr>
        <a:xfrm>
          <a:off x="1527825" y="360118"/>
          <a:ext cx="1944000" cy="1944000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FDDF81-1A53-45BD-BE47-9E4282BD7863}">
      <dsp:nvSpPr>
        <dsp:cNvPr id="0" name=""/>
        <dsp:cNvSpPr/>
      </dsp:nvSpPr>
      <dsp:spPr>
        <a:xfrm>
          <a:off x="339825" y="277433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/>
            <a:t>Made adjustments to better represent our progress and future plans.</a:t>
          </a:r>
        </a:p>
      </dsp:txBody>
      <dsp:txXfrm>
        <a:off x="339825" y="2774331"/>
        <a:ext cx="4320000" cy="720000"/>
      </dsp:txXfrm>
    </dsp:sp>
    <dsp:sp modelId="{FD42BF2E-EB6D-487E-98C6-E7952446E39C}">
      <dsp:nvSpPr>
        <dsp:cNvPr id="0" name=""/>
        <dsp:cNvSpPr/>
      </dsp:nvSpPr>
      <dsp:spPr>
        <a:xfrm>
          <a:off x="6603825" y="360118"/>
          <a:ext cx="1944000" cy="1944000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rcRect/>
          <a:stretch>
            <a:fillRect/>
          </a:stretch>
        </a:blip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99B8D8E-0D14-48AF-81A2-11A61DA1A240}">
      <dsp:nvSpPr>
        <dsp:cNvPr id="0" name=""/>
        <dsp:cNvSpPr/>
      </dsp:nvSpPr>
      <dsp:spPr>
        <a:xfrm>
          <a:off x="5415825" y="2774331"/>
          <a:ext cx="43200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>
              <a:latin typeface="Calibri"/>
              <a:ea typeface="Calibri"/>
              <a:cs typeface="Calibri"/>
            </a:rPr>
            <a:t>Still well on pace to finish the “What Now?” Project on time.</a:t>
          </a:r>
          <a:endParaRPr lang="en-US" sz="1700" kern="1200">
            <a:latin typeface="Franklin Gothic Heavy"/>
          </a:endParaRPr>
        </a:p>
      </dsp:txBody>
      <dsp:txXfrm>
        <a:off x="5415825" y="2774331"/>
        <a:ext cx="43200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2F1C56-8A72-4858-851C-F15B634C74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485900" y="1122362"/>
            <a:ext cx="8609322" cy="3744209"/>
          </a:xfrm>
        </p:spPr>
        <p:txBody>
          <a:bodyPr anchor="b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1834EB-45A5-426C-824A-8F07CA8F6DB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485900" y="5230134"/>
            <a:ext cx="4610100" cy="942065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93D55F2-5374-4778-B1EE-98996792D0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4044F8-E727-4D63-B6D6-26482F83D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141F76-D956-4205-AD99-E91FD5FCC0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64011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911A1B-E09A-4F93-BC68-B160114AFC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C8C4A9-27ED-4E86-A256-5009E31342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lnSpc>
                <a:spcPct val="120000"/>
              </a:lnSpc>
              <a:defRPr/>
            </a:lvl1pPr>
            <a:lvl2pPr>
              <a:lnSpc>
                <a:spcPct val="120000"/>
              </a:lnSpc>
              <a:defRPr/>
            </a:lvl2pPr>
            <a:lvl3pPr>
              <a:lnSpc>
                <a:spcPct val="120000"/>
              </a:lnSpc>
              <a:defRPr sz="1400"/>
            </a:lvl3pPr>
            <a:lvl4pPr>
              <a:lnSpc>
                <a:spcPct val="120000"/>
              </a:lnSpc>
              <a:defRPr sz="1200"/>
            </a:lvl4pPr>
            <a:lvl5pPr>
              <a:lnSpc>
                <a:spcPct val="120000"/>
              </a:lnSpc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5CF91C-8771-4949-A397-928A5743EBC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13EA0ED-4961-4254-B34E-71D14C4E0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497152-BD97-4A72-8B07-CD2BC57B84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2578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4B4EAF4-C10D-4650-9587-15DA8E9F9C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1368862"/>
            <a:ext cx="9486900" cy="3679656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BA1D5C2-6E93-4B23-A0CA-D5D7E735C7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5318974"/>
            <a:ext cx="9486900" cy="853225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815BFB-5D28-4ABE-AD37-0C6C3FD949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5A4035B-0539-4A03-87C0-22E52C98B27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4327ADF-48C9-49CF-BD4D-82399BF64A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9802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91A2FB-0310-4935-B7F7-E47876CD4E9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987C14-52AB-4AAC-9038-29CF58EA6E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1219200" y="2168278"/>
            <a:ext cx="4702921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CB2E45A-DCC0-4701-9D67-EF56AECE343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69880" y="2168278"/>
            <a:ext cx="4782699" cy="400868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1AF0813-A167-4D17-AA79-07BD9765FE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0A940D7-D4C1-4C24-95F3-29A849CEEE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949AB7-007E-4D4D-A2C1-2C5C3310C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268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2B0184-BDFD-48DE-B858-B81887BFD3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75359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724FEB2-6EEC-49D4-9466-0F7A6EDB0C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1" y="2109789"/>
            <a:ext cx="4507931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E8CF0-BAB6-4BF2-836F-FED0AF88A8A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219201" y="3063530"/>
            <a:ext cx="4507930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F0751AB-FCF0-450B-A6DF-9B9A2AD2C24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464867" y="2109789"/>
            <a:ext cx="4507932" cy="837257"/>
          </a:xfrm>
        </p:spPr>
        <p:txBody>
          <a:bodyPr anchor="b">
            <a:normAutofit/>
          </a:bodyPr>
          <a:lstStyle>
            <a:lvl1pPr marL="0" indent="0">
              <a:buNone/>
              <a:defRPr sz="20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7D3898E7-3130-4CE6-AA11-C9CC8214EA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464867" y="3063530"/>
            <a:ext cx="4507932" cy="312613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5D85675-9678-4CB3-9AAB-D727D2B58E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45F8314-1849-461A-AAF2-BF149646D5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B69738E-5865-473C-BAFB-BDB385C069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3842925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97AC40-59FF-4CE3-B49C-C824A784C5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2FAB63-E9CE-4359-A54B-07AC7E9BBA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7939854-5165-4C41-8DCA-D42DFD7D90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F1768E0-4535-4B0D-8B94-4C10740B0A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33907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84678E3-D115-4E49-9ECB-656CF2319E9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521E6FC-7F84-4673-81D6-B85FE26DA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480318A-245C-4841-AB57-CEC5CC124D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86092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0F847B-9D86-47FF-B24A-EEA5F73EA1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776472" cy="2852928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AC0675-AD2F-44DC-8FF3-4454258A5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557582" y="987425"/>
            <a:ext cx="5948618" cy="487362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1D96356-C0F0-4C22-B9B6-C7E0BE4F370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200" y="3484210"/>
            <a:ext cx="3768934" cy="238477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3EFD71-2ACA-4041-9EA2-86E7B81C31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4ECACE3-32A8-4245-97AC-5797C147E7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4D63845-314D-499C-BB75-CE9162BE6E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541777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66D3DB-B1F8-4892-96F7-0BE21DE637C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57200"/>
            <a:ext cx="3932349" cy="2852670"/>
          </a:xfrm>
        </p:spPr>
        <p:txBody>
          <a:bodyPr anchor="b">
            <a:no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40AB405-B2E9-4C4B-930C-CF1B63342F1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674810" y="657055"/>
            <a:ext cx="5831389" cy="551514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8AF82ED-5295-4670-A3A8-B7813FF4713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219199" y="3484210"/>
            <a:ext cx="3768934" cy="237684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8BCDD2-4389-41FA-BE68-6805E3290F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C1D4C8-D966-41BE-B38F-54B9134FF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3A7339F-1169-4FB1-8FAA-781335ECB2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33821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CA6D4F-1C6D-40FB-9A92-C86C4E15C0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B67BDDB-F95B-4041-AA53-71BBCB26D9C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977052-C8EA-459E-9E10-8EE28C50E16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F3E6650-E3AD-4C98-88FE-F5152966F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54FED5-B228-4E3C-BFEE-0BC47D9506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932480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0A243A-5463-4C65-85DA-03BECDAE63E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831898" y="897973"/>
            <a:ext cx="2674301" cy="527898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10153C-6948-4108-8FF1-033F66D4CA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854169"/>
            <a:ext cx="7734300" cy="5322793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345988-B24C-46FE-87B0-55D4FB7CBC4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C1E1FAD-7351-4908-963A-08EA8E4AB7A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93AB2DB-BD1F-41F7-AC5E-57249C2700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081E3DB-BDAB-40CA-ABA3-A3662C068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478168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2104591-A10E-46C3-952B-F25DCBDAD1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1F77F62-7300-4B81-8F9B-D040A0EE179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219200" y="2318032"/>
            <a:ext cx="9493250" cy="385416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6252CF0-2C7E-4A4C-BD7E-B7CEFF0DC45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 rot="16200000">
            <a:off x="-1029207" y="4680813"/>
            <a:ext cx="275833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fld id="{8C1E1FAD-7351-4908-963A-08EA8E4AB7A0}" type="datetimeFigureOut">
              <a:rPr lang="en-US" smtClean="0"/>
              <a:t>2/16/2026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B49E98-61B4-4398-B18F-534336EA174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61112" y="6356350"/>
            <a:ext cx="550968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676DC5D-5820-4314-ADE6-9CD1C7D4AB6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905482" y="6356350"/>
            <a:ext cx="111208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>
                <a:solidFill>
                  <a:schemeClr val="tx1"/>
                </a:solidFill>
              </a:defRPr>
            </a:lvl1pPr>
          </a:lstStyle>
          <a:p>
            <a:fld id="{1CF2D47E-0AF1-4C27-801F-64E3E5BF7F72}" type="slidenum">
              <a:rPr lang="en-US" smtClean="0"/>
              <a:t>‹#›</a:t>
            </a:fld>
            <a:endParaRPr lang="en-US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23F5135F-115E-423C-BE4A-B56C35DC9F3E}"/>
              </a:ext>
            </a:extLst>
          </p:cNvPr>
          <p:cNvGrpSpPr/>
          <p:nvPr/>
        </p:nvGrpSpPr>
        <p:grpSpPr>
          <a:xfrm>
            <a:off x="174436" y="6356005"/>
            <a:ext cx="358083" cy="358083"/>
            <a:chOff x="4135740" y="1745599"/>
            <a:chExt cx="558732" cy="558732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</a:extLst>
            </p:cNvPr>
            <p:cNvGrpSpPr/>
            <p:nvPr/>
          </p:nvGrpSpPr>
          <p:grpSpPr>
            <a:xfrm>
              <a:off x="4135740" y="1745599"/>
              <a:ext cx="558732" cy="558732"/>
              <a:chOff x="1028007" y="1706560"/>
              <a:chExt cx="575710" cy="575710"/>
            </a:xfrm>
          </p:grpSpPr>
          <p:cxnSp>
            <p:nvCxnSpPr>
              <p:cNvPr id="10" name="Straight Connector 9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" name="Straight Connector 10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</a:extLst>
              </p:cNvPr>
              <p:cNvCxnSpPr>
                <a:cxnSpLocks/>
              </p:cNvCxnSpPr>
              <p:nvPr/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9" name="Oval 8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</a:extLst>
            </p:cNvPr>
            <p:cNvSpPr/>
            <p:nvPr/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1309982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1" r:id="rId1"/>
    <p:sldLayoutId id="2147483742" r:id="rId2"/>
    <p:sldLayoutId id="2147483743" r:id="rId3"/>
    <p:sldLayoutId id="2147483744" r:id="rId4"/>
    <p:sldLayoutId id="2147483745" r:id="rId5"/>
    <p:sldLayoutId id="2147483751" r:id="rId6"/>
    <p:sldLayoutId id="2147483746" r:id="rId7"/>
    <p:sldLayoutId id="2147483747" r:id="rId8"/>
    <p:sldLayoutId id="2147483748" r:id="rId9"/>
    <p:sldLayoutId id="2147483750" r:id="rId10"/>
    <p:sldLayoutId id="2147483749" r:id="rId11"/>
  </p:sldLayoutIdLst>
  <p:txStyles>
    <p:titleStyle>
      <a:lvl1pPr algn="l" defTabSz="914400" rtl="0" eaLnBrk="1" latinLnBrk="0" hangingPunct="1">
        <a:lnSpc>
          <a:spcPct val="120000"/>
        </a:lnSpc>
        <a:spcBef>
          <a:spcPct val="0"/>
        </a:spcBef>
        <a:buNone/>
        <a:defRPr sz="4000" i="1" kern="1200">
          <a:solidFill>
            <a:srgbClr val="000000"/>
          </a:solidFill>
          <a:highlight>
            <a:srgbClr val="FFFF00"/>
          </a:highlight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64008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822960" indent="-228600" algn="l" defTabSz="914400" rtl="0" eaLnBrk="1" latinLnBrk="0" hangingPunct="1">
        <a:lnSpc>
          <a:spcPct val="120000"/>
        </a:lnSpc>
        <a:spcBef>
          <a:spcPts val="500"/>
        </a:spcBef>
        <a:buFont typeface="Consolas" panose="020B0609020204030204" pitchFamily="49" charset="0"/>
        <a:buChar char="+"/>
        <a:defRPr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005840" indent="-22860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.jpe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hyperlink" Target="https://spersinger.github.io/what-now-website/" TargetMode="Externa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sv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6D901597-12EB-45F9-BB71-F4A2E9CD296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Freeform: Shape 29">
            <a:extLst>
              <a:ext uri="{FF2B5EF4-FFF2-40B4-BE49-F238E27FC236}">
                <a16:creationId xmlns:a16="http://schemas.microsoft.com/office/drawing/2014/main" id="{B8A06957-B519-4112-A297-4689EAE57F0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03278" y="1"/>
            <a:ext cx="8015617" cy="6292303"/>
          </a:xfrm>
          <a:custGeom>
            <a:avLst/>
            <a:gdLst>
              <a:gd name="connsiteX0" fmla="*/ 5149574 w 8015617"/>
              <a:gd name="connsiteY0" fmla="*/ 0 h 6292303"/>
              <a:gd name="connsiteX1" fmla="*/ 7673124 w 8015617"/>
              <a:gd name="connsiteY1" fmla="*/ 0 h 6292303"/>
              <a:gd name="connsiteX2" fmla="*/ 8015617 w 8015617"/>
              <a:gd name="connsiteY2" fmla="*/ 5843045 h 6292303"/>
              <a:gd name="connsiteX3" fmla="*/ 351134 w 8015617"/>
              <a:gd name="connsiteY3" fmla="*/ 6292303 h 6292303"/>
              <a:gd name="connsiteX4" fmla="*/ 0 w 8015617"/>
              <a:gd name="connsiteY4" fmla="*/ 301845 h 62923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8015617" h="6292303">
                <a:moveTo>
                  <a:pt x="5149574" y="0"/>
                </a:moveTo>
                <a:lnTo>
                  <a:pt x="7673124" y="0"/>
                </a:lnTo>
                <a:lnTo>
                  <a:pt x="8015617" y="5843045"/>
                </a:lnTo>
                <a:lnTo>
                  <a:pt x="351134" y="6292303"/>
                </a:lnTo>
                <a:lnTo>
                  <a:pt x="0" y="301845"/>
                </a:lnTo>
                <a:close/>
              </a:path>
            </a:pathLst>
          </a:custGeom>
          <a:solidFill>
            <a:schemeClr val="tx1"/>
          </a:solidFill>
          <a:ln w="12700" cap="flat" cmpd="sng" algn="ctr">
            <a:noFill/>
            <a:prstDash val="solid"/>
            <a:miter lim="800000"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4887703D-59A7-4805-B57F-99173594EE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3682" y="0"/>
            <a:ext cx="7721297" cy="6137534"/>
          </a:xfrm>
          <a:custGeom>
            <a:avLst/>
            <a:gdLst>
              <a:gd name="connsiteX0" fmla="*/ 6989390 w 7721297"/>
              <a:gd name="connsiteY0" fmla="*/ 0 h 6137534"/>
              <a:gd name="connsiteX1" fmla="*/ 7385409 w 7721297"/>
              <a:gd name="connsiteY1" fmla="*/ 0 h 6137534"/>
              <a:gd name="connsiteX2" fmla="*/ 7386140 w 7721297"/>
              <a:gd name="connsiteY2" fmla="*/ 922 h 6137534"/>
              <a:gd name="connsiteX3" fmla="*/ 7390528 w 7721297"/>
              <a:gd name="connsiteY3" fmla="*/ 20974 h 6137534"/>
              <a:gd name="connsiteX4" fmla="*/ 7721024 w 7721297"/>
              <a:gd name="connsiteY4" fmla="*/ 5658922 h 6137534"/>
              <a:gd name="connsiteX5" fmla="*/ 7721023 w 7721297"/>
              <a:gd name="connsiteY5" fmla="*/ 5658927 h 6137534"/>
              <a:gd name="connsiteX6" fmla="*/ 7721297 w 7721297"/>
              <a:gd name="connsiteY6" fmla="*/ 5663572 h 6137534"/>
              <a:gd name="connsiteX7" fmla="*/ 7716147 w 7721297"/>
              <a:gd name="connsiteY7" fmla="*/ 5676259 h 6137534"/>
              <a:gd name="connsiteX8" fmla="*/ 7712139 w 7721297"/>
              <a:gd name="connsiteY8" fmla="*/ 5690502 h 6137534"/>
              <a:gd name="connsiteX9" fmla="*/ 7708519 w 7721297"/>
              <a:gd name="connsiteY9" fmla="*/ 5695048 h 6137534"/>
              <a:gd name="connsiteX10" fmla="*/ 7704935 w 7721297"/>
              <a:gd name="connsiteY10" fmla="*/ 5703877 h 6137534"/>
              <a:gd name="connsiteX11" fmla="*/ 7699090 w 7721297"/>
              <a:gd name="connsiteY11" fmla="*/ 5704214 h 6137534"/>
              <a:gd name="connsiteX12" fmla="*/ 7692214 w 7721297"/>
              <a:gd name="connsiteY12" fmla="*/ 5707603 h 6137534"/>
              <a:gd name="connsiteX13" fmla="*/ 7674726 w 7721297"/>
              <a:gd name="connsiteY13" fmla="*/ 5708628 h 6137534"/>
              <a:gd name="connsiteX14" fmla="*/ 7674412 w 7721297"/>
              <a:gd name="connsiteY14" fmla="*/ 5709720 h 6137534"/>
              <a:gd name="connsiteX15" fmla="*/ 7647609 w 7721297"/>
              <a:gd name="connsiteY15" fmla="*/ 5735871 h 6137534"/>
              <a:gd name="connsiteX16" fmla="*/ 7592212 w 7721297"/>
              <a:gd name="connsiteY16" fmla="*/ 5713464 h 6137534"/>
              <a:gd name="connsiteX17" fmla="*/ 7059543 w 7721297"/>
              <a:gd name="connsiteY17" fmla="*/ 5744687 h 6137534"/>
              <a:gd name="connsiteX18" fmla="*/ 7050496 w 7721297"/>
              <a:gd name="connsiteY18" fmla="*/ 5749000 h 6137534"/>
              <a:gd name="connsiteX19" fmla="*/ 7028578 w 7721297"/>
              <a:gd name="connsiteY19" fmla="*/ 5754084 h 6137534"/>
              <a:gd name="connsiteX20" fmla="*/ 6937660 w 7721297"/>
              <a:gd name="connsiteY20" fmla="*/ 5760288 h 6137534"/>
              <a:gd name="connsiteX21" fmla="*/ 6884223 w 7721297"/>
              <a:gd name="connsiteY21" fmla="*/ 5767636 h 6137534"/>
              <a:gd name="connsiteX22" fmla="*/ 6865431 w 7721297"/>
              <a:gd name="connsiteY22" fmla="*/ 5776138 h 6137534"/>
              <a:gd name="connsiteX23" fmla="*/ 6838171 w 7721297"/>
              <a:gd name="connsiteY23" fmla="*/ 5784171 h 6137534"/>
              <a:gd name="connsiteX24" fmla="*/ 6791231 w 7721297"/>
              <a:gd name="connsiteY24" fmla="*/ 5802772 h 6137534"/>
              <a:gd name="connsiteX25" fmla="*/ 6745506 w 7721297"/>
              <a:gd name="connsiteY25" fmla="*/ 5812285 h 6137534"/>
              <a:gd name="connsiteX26" fmla="*/ 6714572 w 7721297"/>
              <a:gd name="connsiteY26" fmla="*/ 5815422 h 6137534"/>
              <a:gd name="connsiteX27" fmla="*/ 6710059 w 7721297"/>
              <a:gd name="connsiteY27" fmla="*/ 5815424 h 6137534"/>
              <a:gd name="connsiteX28" fmla="*/ 6672310 w 7721297"/>
              <a:gd name="connsiteY28" fmla="*/ 5808283 h 6137534"/>
              <a:gd name="connsiteX29" fmla="*/ 6669118 w 7721297"/>
              <a:gd name="connsiteY29" fmla="*/ 5813181 h 6137534"/>
              <a:gd name="connsiteX30" fmla="*/ 6657741 w 7721297"/>
              <a:gd name="connsiteY30" fmla="*/ 5818650 h 6137534"/>
              <a:gd name="connsiteX31" fmla="*/ 6647425 w 7721297"/>
              <a:gd name="connsiteY31" fmla="*/ 5813632 h 6137534"/>
              <a:gd name="connsiteX32" fmla="*/ 6600070 w 7721297"/>
              <a:gd name="connsiteY32" fmla="*/ 5806385 h 6137534"/>
              <a:gd name="connsiteX33" fmla="*/ 6531112 w 7721297"/>
              <a:gd name="connsiteY33" fmla="*/ 5801193 h 6137534"/>
              <a:gd name="connsiteX34" fmla="*/ 6520435 w 7721297"/>
              <a:gd name="connsiteY34" fmla="*/ 5796037 h 6137534"/>
              <a:gd name="connsiteX35" fmla="*/ 6452509 w 7721297"/>
              <a:gd name="connsiteY35" fmla="*/ 5785889 h 6137534"/>
              <a:gd name="connsiteX36" fmla="*/ 6417173 w 7721297"/>
              <a:gd name="connsiteY36" fmla="*/ 5785777 h 6137534"/>
              <a:gd name="connsiteX37" fmla="*/ 6413565 w 7721297"/>
              <a:gd name="connsiteY37" fmla="*/ 5791272 h 6137534"/>
              <a:gd name="connsiteX38" fmla="*/ 6403089 w 7721297"/>
              <a:gd name="connsiteY38" fmla="*/ 5790492 h 6137534"/>
              <a:gd name="connsiteX39" fmla="*/ 6400340 w 7721297"/>
              <a:gd name="connsiteY39" fmla="*/ 5791439 h 6137534"/>
              <a:gd name="connsiteX40" fmla="*/ 6384541 w 7721297"/>
              <a:gd name="connsiteY40" fmla="*/ 5795714 h 6137534"/>
              <a:gd name="connsiteX41" fmla="*/ 6380988 w 7721297"/>
              <a:gd name="connsiteY41" fmla="*/ 5785886 h 6137534"/>
              <a:gd name="connsiteX42" fmla="*/ 6376190 w 7721297"/>
              <a:gd name="connsiteY42" fmla="*/ 5784742 h 6137534"/>
              <a:gd name="connsiteX43" fmla="*/ 6203462 w 7721297"/>
              <a:gd name="connsiteY43" fmla="*/ 5794867 h 6137534"/>
              <a:gd name="connsiteX44" fmla="*/ 6189193 w 7721297"/>
              <a:gd name="connsiteY44" fmla="*/ 5804914 h 6137534"/>
              <a:gd name="connsiteX45" fmla="*/ 6143467 w 7721297"/>
              <a:gd name="connsiteY45" fmla="*/ 5814428 h 6137534"/>
              <a:gd name="connsiteX46" fmla="*/ 6112533 w 7721297"/>
              <a:gd name="connsiteY46" fmla="*/ 5817565 h 6137534"/>
              <a:gd name="connsiteX47" fmla="*/ 6108020 w 7721297"/>
              <a:gd name="connsiteY47" fmla="*/ 5817567 h 6137534"/>
              <a:gd name="connsiteX48" fmla="*/ 6070270 w 7721297"/>
              <a:gd name="connsiteY48" fmla="*/ 5810426 h 6137534"/>
              <a:gd name="connsiteX49" fmla="*/ 6067079 w 7721297"/>
              <a:gd name="connsiteY49" fmla="*/ 5815324 h 6137534"/>
              <a:gd name="connsiteX50" fmla="*/ 6055703 w 7721297"/>
              <a:gd name="connsiteY50" fmla="*/ 5820793 h 6137534"/>
              <a:gd name="connsiteX51" fmla="*/ 6045386 w 7721297"/>
              <a:gd name="connsiteY51" fmla="*/ 5815775 h 6137534"/>
              <a:gd name="connsiteX52" fmla="*/ 5998031 w 7721297"/>
              <a:gd name="connsiteY52" fmla="*/ 5808528 h 6137534"/>
              <a:gd name="connsiteX53" fmla="*/ 5985928 w 7721297"/>
              <a:gd name="connsiteY53" fmla="*/ 5807617 h 6137534"/>
              <a:gd name="connsiteX54" fmla="*/ 5484277 w 7721297"/>
              <a:gd name="connsiteY54" fmla="*/ 5837022 h 6137534"/>
              <a:gd name="connsiteX55" fmla="*/ 5050621 w 7721297"/>
              <a:gd name="connsiteY55" fmla="*/ 5862441 h 6137534"/>
              <a:gd name="connsiteX56" fmla="*/ 4764988 w 7721297"/>
              <a:gd name="connsiteY56" fmla="*/ 5879183 h 6137534"/>
              <a:gd name="connsiteX57" fmla="*/ 4742173 w 7721297"/>
              <a:gd name="connsiteY57" fmla="*/ 5880683 h 6137534"/>
              <a:gd name="connsiteX58" fmla="*/ 4603476 w 7721297"/>
              <a:gd name="connsiteY58" fmla="*/ 5888890 h 6137534"/>
              <a:gd name="connsiteX59" fmla="*/ 4602500 w 7721297"/>
              <a:gd name="connsiteY59" fmla="*/ 5888708 h 6137534"/>
              <a:gd name="connsiteX60" fmla="*/ 357873 w 7721297"/>
              <a:gd name="connsiteY60" fmla="*/ 6137509 h 6137534"/>
              <a:gd name="connsiteX61" fmla="*/ 331163 w 7721297"/>
              <a:gd name="connsiteY61" fmla="*/ 6102479 h 6137534"/>
              <a:gd name="connsiteX62" fmla="*/ 83 w 7721297"/>
              <a:gd name="connsiteY62" fmla="*/ 454154 h 6137534"/>
              <a:gd name="connsiteX63" fmla="*/ 22525 w 7721297"/>
              <a:gd name="connsiteY63" fmla="*/ 416348 h 6137534"/>
              <a:gd name="connsiteX64" fmla="*/ 1139279 w 7721297"/>
              <a:gd name="connsiteY64" fmla="*/ 350888 h 6137534"/>
              <a:gd name="connsiteX65" fmla="*/ 1175131 w 7721297"/>
              <a:gd name="connsiteY65" fmla="*/ 338519 h 6137534"/>
              <a:gd name="connsiteX66" fmla="*/ 1213225 w 7721297"/>
              <a:gd name="connsiteY66" fmla="*/ 346554 h 6137534"/>
              <a:gd name="connsiteX67" fmla="*/ 1712871 w 7721297"/>
              <a:gd name="connsiteY67" fmla="*/ 317267 h 6137534"/>
              <a:gd name="connsiteX68" fmla="*/ 1779193 w 7721297"/>
              <a:gd name="connsiteY68" fmla="*/ 313380 h 6137534"/>
              <a:gd name="connsiteX69" fmla="*/ 1815597 w 7721297"/>
              <a:gd name="connsiteY69" fmla="*/ 300302 h 6137534"/>
              <a:gd name="connsiteX70" fmla="*/ 1852738 w 7721297"/>
              <a:gd name="connsiteY70" fmla="*/ 285584 h 6137534"/>
              <a:gd name="connsiteX71" fmla="*/ 1888919 w 7721297"/>
              <a:gd name="connsiteY71" fmla="*/ 278056 h 6137534"/>
              <a:gd name="connsiteX72" fmla="*/ 1916966 w 7721297"/>
              <a:gd name="connsiteY72" fmla="*/ 275572 h 6137534"/>
              <a:gd name="connsiteX73" fmla="*/ 1946834 w 7721297"/>
              <a:gd name="connsiteY73" fmla="*/ 281223 h 6137534"/>
              <a:gd name="connsiteX74" fmla="*/ 1966525 w 7721297"/>
              <a:gd name="connsiteY74" fmla="*/ 276990 h 6137534"/>
              <a:gd name="connsiteX75" fmla="*/ 2003994 w 7721297"/>
              <a:gd name="connsiteY75" fmla="*/ 282725 h 6137534"/>
              <a:gd name="connsiteX76" fmla="*/ 2058557 w 7721297"/>
              <a:gd name="connsiteY76" fmla="*/ 286832 h 6137534"/>
              <a:gd name="connsiteX77" fmla="*/ 2096277 w 7721297"/>
              <a:gd name="connsiteY77" fmla="*/ 292409 h 6137534"/>
              <a:gd name="connsiteX78" fmla="*/ 2103602 w 7721297"/>
              <a:gd name="connsiteY78" fmla="*/ 294364 h 6137534"/>
              <a:gd name="connsiteX79" fmla="*/ 2347448 w 7721297"/>
              <a:gd name="connsiteY79" fmla="*/ 280071 h 6137534"/>
              <a:gd name="connsiteX80" fmla="*/ 2365280 w 7721297"/>
              <a:gd name="connsiteY80" fmla="*/ 276360 h 6137534"/>
              <a:gd name="connsiteX81" fmla="*/ 2426123 w 7721297"/>
              <a:gd name="connsiteY81" fmla="*/ 275459 h 6137534"/>
              <a:gd name="connsiteX82" fmla="*/ 2434723 w 7721297"/>
              <a:gd name="connsiteY82" fmla="*/ 271325 h 6137534"/>
              <a:gd name="connsiteX83" fmla="*/ 2494266 w 7721297"/>
              <a:gd name="connsiteY83" fmla="*/ 271465 h 6137534"/>
              <a:gd name="connsiteX84" fmla="*/ 2559092 w 7721297"/>
              <a:gd name="connsiteY84" fmla="*/ 264581 h 6137534"/>
              <a:gd name="connsiteX85" fmla="*/ 2563462 w 7721297"/>
              <a:gd name="connsiteY85" fmla="*/ 256037 h 6137534"/>
              <a:gd name="connsiteX86" fmla="*/ 2577676 w 7721297"/>
              <a:gd name="connsiteY86" fmla="*/ 254477 h 6137534"/>
              <a:gd name="connsiteX87" fmla="*/ 2600129 w 7721297"/>
              <a:gd name="connsiteY87" fmla="*/ 253320 h 6137534"/>
              <a:gd name="connsiteX88" fmla="*/ 2650911 w 7721297"/>
              <a:gd name="connsiteY88" fmla="*/ 259040 h 6137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</a:cxnLst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  <a:blipFill>
            <a:blip r:embed="rId2"/>
            <a:tile tx="0" ty="0" sx="100000" sy="100000" flip="none" algn="tl"/>
          </a:blipFill>
          <a:ln w="12700" cap="flat" cmpd="sng" algn="ctr">
            <a:noFill/>
            <a:prstDash val="solid"/>
            <a:miter lim="800000"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 descr="Sticky notes with question marks">
            <a:extLst>
              <a:ext uri="{FF2B5EF4-FFF2-40B4-BE49-F238E27FC236}">
                <a16:creationId xmlns:a16="http://schemas.microsoft.com/office/drawing/2014/main" id="{7A8C6F9B-7F00-C7A3-D833-A184C4BD9A0D}"/>
              </a:ext>
            </a:extLst>
          </p:cNvPr>
          <p:cNvPicPr>
            <a:picLocks noChangeAspect="1"/>
          </p:cNvPicPr>
          <p:nvPr/>
        </p:nvPicPr>
        <p:blipFill>
          <a:blip r:embed="rId3">
            <a:alphaModFix amt="84000"/>
          </a:blip>
          <a:srcRect l="11388" r="4637"/>
          <a:stretch>
            <a:fillRect/>
          </a:stretch>
        </p:blipFill>
        <p:spPr>
          <a:xfrm>
            <a:off x="553208" y="10"/>
            <a:ext cx="7721297" cy="6137524"/>
          </a:xfrm>
          <a:custGeom>
            <a:avLst/>
            <a:gdLst/>
            <a:ahLst/>
            <a:cxnLst/>
            <a:rect l="l" t="t" r="r" b="b"/>
            <a:pathLst>
              <a:path w="7721297" h="6137534">
                <a:moveTo>
                  <a:pt x="6989390" y="0"/>
                </a:moveTo>
                <a:lnTo>
                  <a:pt x="7385409" y="0"/>
                </a:lnTo>
                <a:lnTo>
                  <a:pt x="7386140" y="922"/>
                </a:lnTo>
                <a:lnTo>
                  <a:pt x="7390528" y="20974"/>
                </a:lnTo>
                <a:cubicBezTo>
                  <a:pt x="7446342" y="963974"/>
                  <a:pt x="7665942" y="4719264"/>
                  <a:pt x="7721024" y="5658922"/>
                </a:cubicBezTo>
                <a:cubicBezTo>
                  <a:pt x="7721023" y="5658924"/>
                  <a:pt x="7721023" y="5658925"/>
                  <a:pt x="7721023" y="5658927"/>
                </a:cubicBezTo>
                <a:cubicBezTo>
                  <a:pt x="7721114" y="5660475"/>
                  <a:pt x="7721205" y="5662025"/>
                  <a:pt x="7721297" y="5663572"/>
                </a:cubicBezTo>
                <a:lnTo>
                  <a:pt x="7716147" y="5676259"/>
                </a:lnTo>
                <a:lnTo>
                  <a:pt x="7712139" y="5690502"/>
                </a:lnTo>
                <a:lnTo>
                  <a:pt x="7708519" y="5695048"/>
                </a:lnTo>
                <a:lnTo>
                  <a:pt x="7704935" y="5703877"/>
                </a:lnTo>
                <a:lnTo>
                  <a:pt x="7699090" y="5704214"/>
                </a:lnTo>
                <a:lnTo>
                  <a:pt x="7692214" y="5707603"/>
                </a:lnTo>
                <a:lnTo>
                  <a:pt x="7674726" y="5708628"/>
                </a:lnTo>
                <a:lnTo>
                  <a:pt x="7674412" y="5709720"/>
                </a:lnTo>
                <a:cubicBezTo>
                  <a:pt x="7674096" y="5722851"/>
                  <a:pt x="7687229" y="5733549"/>
                  <a:pt x="7647609" y="5735871"/>
                </a:cubicBezTo>
                <a:lnTo>
                  <a:pt x="7592212" y="5713464"/>
                </a:lnTo>
                <a:lnTo>
                  <a:pt x="7059543" y="5744687"/>
                </a:lnTo>
                <a:lnTo>
                  <a:pt x="7050496" y="5749000"/>
                </a:lnTo>
                <a:cubicBezTo>
                  <a:pt x="7045619" y="5750860"/>
                  <a:pt x="7038873" y="5752719"/>
                  <a:pt x="7028578" y="5754084"/>
                </a:cubicBezTo>
                <a:cubicBezTo>
                  <a:pt x="7002150" y="5743012"/>
                  <a:pt x="6970580" y="5775328"/>
                  <a:pt x="6937660" y="5760288"/>
                </a:cubicBezTo>
                <a:cubicBezTo>
                  <a:pt x="6925760" y="5756875"/>
                  <a:pt x="6890181" y="5759283"/>
                  <a:pt x="6884223" y="5767636"/>
                </a:cubicBezTo>
                <a:cubicBezTo>
                  <a:pt x="6876963" y="5769764"/>
                  <a:pt x="6868022" y="5767395"/>
                  <a:pt x="6865431" y="5776138"/>
                </a:cubicBezTo>
                <a:cubicBezTo>
                  <a:pt x="6860770" y="5786740"/>
                  <a:pt x="6833285" y="5772215"/>
                  <a:pt x="6838171" y="5784171"/>
                </a:cubicBezTo>
                <a:cubicBezTo>
                  <a:pt x="6818693" y="5774254"/>
                  <a:pt x="6806181" y="5796611"/>
                  <a:pt x="6791231" y="5802772"/>
                </a:cubicBezTo>
                <a:lnTo>
                  <a:pt x="6745506" y="5812285"/>
                </a:lnTo>
                <a:lnTo>
                  <a:pt x="6714572" y="5815422"/>
                </a:lnTo>
                <a:lnTo>
                  <a:pt x="6710059" y="5815424"/>
                </a:lnTo>
                <a:lnTo>
                  <a:pt x="6672310" y="5808283"/>
                </a:lnTo>
                <a:cubicBezTo>
                  <a:pt x="6671542" y="5810036"/>
                  <a:pt x="6670468" y="5811687"/>
                  <a:pt x="6669118" y="5813181"/>
                </a:cubicBezTo>
                <a:lnTo>
                  <a:pt x="6657741" y="5818650"/>
                </a:lnTo>
                <a:lnTo>
                  <a:pt x="6647425" y="5813632"/>
                </a:lnTo>
                <a:lnTo>
                  <a:pt x="6600070" y="5806385"/>
                </a:lnTo>
                <a:lnTo>
                  <a:pt x="6531112" y="5801193"/>
                </a:lnTo>
                <a:lnTo>
                  <a:pt x="6520435" y="5796037"/>
                </a:lnTo>
                <a:cubicBezTo>
                  <a:pt x="6496467" y="5791093"/>
                  <a:pt x="6468393" y="5799321"/>
                  <a:pt x="6452509" y="5785889"/>
                </a:cubicBezTo>
                <a:lnTo>
                  <a:pt x="6417173" y="5785777"/>
                </a:lnTo>
                <a:lnTo>
                  <a:pt x="6413565" y="5791272"/>
                </a:lnTo>
                <a:lnTo>
                  <a:pt x="6403089" y="5790492"/>
                </a:lnTo>
                <a:lnTo>
                  <a:pt x="6400340" y="5791439"/>
                </a:lnTo>
                <a:cubicBezTo>
                  <a:pt x="6395093" y="5793274"/>
                  <a:pt x="6389877" y="5794902"/>
                  <a:pt x="6384541" y="5795714"/>
                </a:cubicBezTo>
                <a:cubicBezTo>
                  <a:pt x="6384816" y="5790709"/>
                  <a:pt x="6383401" y="5787669"/>
                  <a:pt x="6380988" y="5785886"/>
                </a:cubicBezTo>
                <a:lnTo>
                  <a:pt x="6376190" y="5784742"/>
                </a:lnTo>
                <a:lnTo>
                  <a:pt x="6203462" y="5794867"/>
                </a:lnTo>
                <a:lnTo>
                  <a:pt x="6189193" y="5804914"/>
                </a:lnTo>
                <a:lnTo>
                  <a:pt x="6143467" y="5814428"/>
                </a:lnTo>
                <a:lnTo>
                  <a:pt x="6112533" y="5817565"/>
                </a:lnTo>
                <a:lnTo>
                  <a:pt x="6108020" y="5817567"/>
                </a:lnTo>
                <a:lnTo>
                  <a:pt x="6070270" y="5810426"/>
                </a:lnTo>
                <a:cubicBezTo>
                  <a:pt x="6069504" y="5812178"/>
                  <a:pt x="6068430" y="5813830"/>
                  <a:pt x="6067079" y="5815324"/>
                </a:cubicBezTo>
                <a:lnTo>
                  <a:pt x="6055703" y="5820793"/>
                </a:lnTo>
                <a:lnTo>
                  <a:pt x="6045386" y="5815775"/>
                </a:lnTo>
                <a:lnTo>
                  <a:pt x="5998031" y="5808528"/>
                </a:lnTo>
                <a:lnTo>
                  <a:pt x="5985928" y="5807617"/>
                </a:lnTo>
                <a:lnTo>
                  <a:pt x="5484277" y="5837022"/>
                </a:lnTo>
                <a:lnTo>
                  <a:pt x="5050621" y="5862441"/>
                </a:lnTo>
                <a:lnTo>
                  <a:pt x="4764988" y="5879183"/>
                </a:lnTo>
                <a:lnTo>
                  <a:pt x="4742173" y="5880683"/>
                </a:lnTo>
                <a:cubicBezTo>
                  <a:pt x="4747668" y="5887795"/>
                  <a:pt x="4641947" y="5892753"/>
                  <a:pt x="4603476" y="5888890"/>
                </a:cubicBezTo>
                <a:lnTo>
                  <a:pt x="4602500" y="5888708"/>
                </a:lnTo>
                <a:lnTo>
                  <a:pt x="357873" y="6137509"/>
                </a:lnTo>
                <a:cubicBezTo>
                  <a:pt x="344313" y="6138247"/>
                  <a:pt x="332376" y="6122596"/>
                  <a:pt x="331163" y="6102479"/>
                </a:cubicBezTo>
                <a:lnTo>
                  <a:pt x="83" y="454154"/>
                </a:lnTo>
                <a:cubicBezTo>
                  <a:pt x="-1016" y="434071"/>
                  <a:pt x="8999" y="417193"/>
                  <a:pt x="22525" y="416348"/>
                </a:cubicBezTo>
                <a:lnTo>
                  <a:pt x="1139279" y="350888"/>
                </a:lnTo>
                <a:lnTo>
                  <a:pt x="1175131" y="338519"/>
                </a:lnTo>
                <a:cubicBezTo>
                  <a:pt x="1195616" y="337770"/>
                  <a:pt x="1200527" y="343876"/>
                  <a:pt x="1213225" y="346554"/>
                </a:cubicBezTo>
                <a:lnTo>
                  <a:pt x="1712871" y="317267"/>
                </a:lnTo>
                <a:lnTo>
                  <a:pt x="1779193" y="313380"/>
                </a:lnTo>
                <a:lnTo>
                  <a:pt x="1815597" y="300302"/>
                </a:lnTo>
                <a:cubicBezTo>
                  <a:pt x="1831010" y="308148"/>
                  <a:pt x="1840910" y="290458"/>
                  <a:pt x="1852738" y="285584"/>
                </a:cubicBezTo>
                <a:lnTo>
                  <a:pt x="1888919" y="278056"/>
                </a:lnTo>
                <a:lnTo>
                  <a:pt x="1916966" y="275572"/>
                </a:lnTo>
                <a:lnTo>
                  <a:pt x="1946834" y="281223"/>
                </a:lnTo>
                <a:cubicBezTo>
                  <a:pt x="1955094" y="281459"/>
                  <a:pt x="1956998" y="276740"/>
                  <a:pt x="1966525" y="276990"/>
                </a:cubicBezTo>
                <a:lnTo>
                  <a:pt x="2003994" y="282725"/>
                </a:lnTo>
                <a:lnTo>
                  <a:pt x="2058557" y="286832"/>
                </a:lnTo>
                <a:lnTo>
                  <a:pt x="2096277" y="292409"/>
                </a:lnTo>
                <a:lnTo>
                  <a:pt x="2103602" y="294364"/>
                </a:lnTo>
                <a:lnTo>
                  <a:pt x="2347448" y="280071"/>
                </a:lnTo>
                <a:lnTo>
                  <a:pt x="2365280" y="276360"/>
                </a:lnTo>
                <a:lnTo>
                  <a:pt x="2426123" y="275459"/>
                </a:lnTo>
                <a:lnTo>
                  <a:pt x="2434723" y="271325"/>
                </a:lnTo>
                <a:lnTo>
                  <a:pt x="2494266" y="271465"/>
                </a:lnTo>
                <a:cubicBezTo>
                  <a:pt x="2513884" y="269801"/>
                  <a:pt x="2547977" y="268614"/>
                  <a:pt x="2559092" y="264581"/>
                </a:cubicBezTo>
                <a:lnTo>
                  <a:pt x="2563462" y="256037"/>
                </a:lnTo>
                <a:lnTo>
                  <a:pt x="2577676" y="254477"/>
                </a:lnTo>
                <a:cubicBezTo>
                  <a:pt x="2578755" y="255048"/>
                  <a:pt x="2599278" y="253316"/>
                  <a:pt x="2600129" y="253320"/>
                </a:cubicBezTo>
                <a:lnTo>
                  <a:pt x="2650911" y="259040"/>
                </a:lnTo>
                <a:close/>
              </a:path>
            </a:pathLst>
          </a:cu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882DA5F8-1619-65C5-4089-A769DFBCB00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510692" y="1122362"/>
            <a:ext cx="3995508" cy="3451215"/>
          </a:xfrm>
        </p:spPr>
        <p:txBody>
          <a:bodyPr>
            <a:normAutofit/>
          </a:bodyPr>
          <a:lstStyle/>
          <a:p>
            <a:r>
              <a:rPr lang="en-US"/>
              <a:t>What Now?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F956AC3-37DC-D6C1-1254-14B0A60E300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568826" y="5259377"/>
            <a:ext cx="3350458" cy="1096628"/>
          </a:xfrm>
        </p:spPr>
        <p:txBody>
          <a:bodyPr vert="horz" lIns="91440" tIns="45720" rIns="91440" bIns="45720" rtlCol="0" anchor="t">
            <a:normAutofit lnSpcReduction="10000"/>
          </a:bodyPr>
          <a:lstStyle/>
          <a:p>
            <a:r>
              <a:rPr lang="en-US" sz="2000" dirty="0"/>
              <a:t>Week 4 Report</a:t>
            </a:r>
          </a:p>
          <a:p>
            <a:r>
              <a:rPr lang="en-US" sz="1500" dirty="0"/>
              <a:t>Ethan Janovich, Sam Persinger, Lavender Wilson</a:t>
            </a:r>
          </a:p>
        </p:txBody>
      </p:sp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E857A3BA-A9AD-43E0-A911-3E9658723F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3922665">
            <a:off x="664635" y="-248395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1B0DEDD-DA5F-418A-B256-C1F53D913AB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AA9D8498-7B91-40F3-A731-2B4443F6B60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FC14BFE5-C2A1-474A-AC02-DCD8519CAF9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72CF4ECB-6EDD-4A8E-A497-54D2957D68B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6" name="Oval 25">
              <a:extLst>
                <a:ext uri="{FF2B5EF4-FFF2-40B4-BE49-F238E27FC236}">
                  <a16:creationId xmlns:a16="http://schemas.microsoft.com/office/drawing/2014/main" id="{B3E26055-BF58-4169-90CE-4F652B42719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4566965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6" name="Group 25">
            <a:extLst>
              <a:ext uri="{FF2B5EF4-FFF2-40B4-BE49-F238E27FC236}">
                <a16:creationId xmlns:a16="http://schemas.microsoft.com/office/drawing/2014/main" id="{23F5135F-115E-423C-BE4A-B56C35DC9F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82C1E318-0F1F-4920-8C7D-FBAC66631B5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DE4A7237-B6EB-4FB7-8B68-7C27438D477D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84E00FDE-0838-4B5B-A782-6B6C92DB0A8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28" name="Oval 27">
              <a:extLst>
                <a:ext uri="{FF2B5EF4-FFF2-40B4-BE49-F238E27FC236}">
                  <a16:creationId xmlns:a16="http://schemas.microsoft.com/office/drawing/2014/main" id="{2BC1B2F3-8E83-4A70-B103-979C67EECED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 useBgFill="1">
        <p:nvSpPr>
          <p:cNvPr id="32" name="Rectangle 31">
            <a:extLst>
              <a:ext uri="{FF2B5EF4-FFF2-40B4-BE49-F238E27FC236}">
                <a16:creationId xmlns:a16="http://schemas.microsoft.com/office/drawing/2014/main" id="{ECB86E21-E2BD-408E-8E61-D30AB8715F2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A05D9F1-7D23-1006-5B2A-7CD72FE878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4730598"/>
            <a:ext cx="10286999" cy="11242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5400" dirty="0"/>
              <a:t>Week 4 Progress</a:t>
            </a:r>
          </a:p>
        </p:txBody>
      </p:sp>
      <p:sp>
        <p:nvSpPr>
          <p:cNvPr id="34" name="Rectangle 33">
            <a:extLst>
              <a:ext uri="{FF2B5EF4-FFF2-40B4-BE49-F238E27FC236}">
                <a16:creationId xmlns:a16="http://schemas.microsoft.com/office/drawing/2014/main" id="{267F9DA9-5521-4A58-9B23-C108A3A2470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5922">
            <a:off x="6072978" y="1008483"/>
            <a:ext cx="5269757" cy="3585176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CF2B5AB8-A75C-49F7-8DF4-3342BF3C85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365922" flipV="1">
            <a:off x="7019473" y="280459"/>
            <a:ext cx="3380924" cy="5046285"/>
          </a:xfrm>
          <a:custGeom>
            <a:avLst/>
            <a:gdLst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832122 w 5228120"/>
              <a:gd name="connsiteY22" fmla="*/ 0 h 4957903"/>
              <a:gd name="connsiteX23" fmla="*/ 3871237 w 5228120"/>
              <a:gd name="connsiteY23" fmla="*/ 0 h 4957903"/>
              <a:gd name="connsiteX24" fmla="*/ 3872793 w 5228120"/>
              <a:gd name="connsiteY24" fmla="*/ 647 h 4957903"/>
              <a:gd name="connsiteX25" fmla="*/ 5196316 w 5228120"/>
              <a:gd name="connsiteY25" fmla="*/ 647 h 4957903"/>
              <a:gd name="connsiteX26" fmla="*/ 5224586 w 5228120"/>
              <a:gd name="connsiteY26" fmla="*/ 28919 h 4957903"/>
              <a:gd name="connsiteX27" fmla="*/ 5224586 w 5228120"/>
              <a:gd name="connsiteY27" fmla="*/ 4929710 h 4957903"/>
              <a:gd name="connsiteX28" fmla="*/ 5196315 w 5228120"/>
              <a:gd name="connsiteY28" fmla="*/ 4957902 h 4957903"/>
              <a:gd name="connsiteX29" fmla="*/ 5157924 w 5228120"/>
              <a:gd name="connsiteY29" fmla="*/ 4957902 h 4957903"/>
              <a:gd name="connsiteX30" fmla="*/ 5157922 w 5228120"/>
              <a:gd name="connsiteY30" fmla="*/ 4957903 h 4957903"/>
              <a:gd name="connsiteX31" fmla="*/ 1369345 w 5228120"/>
              <a:gd name="connsiteY31" fmla="*/ 4957903 h 4957903"/>
              <a:gd name="connsiteX32" fmla="*/ 1367050 w 5228120"/>
              <a:gd name="connsiteY32" fmla="*/ 4957256 h 4957903"/>
              <a:gd name="connsiteX33" fmla="*/ 44266 w 5228120"/>
              <a:gd name="connsiteY33" fmla="*/ 4957256 h 4957903"/>
              <a:gd name="connsiteX34" fmla="*/ 19873 w 5228120"/>
              <a:gd name="connsiteY34" fmla="*/ 4940773 h 4957903"/>
              <a:gd name="connsiteX35" fmla="*/ 19873 w 5228120"/>
              <a:gd name="connsiteY35" fmla="*/ 4191718 h 4957903"/>
              <a:gd name="connsiteX36" fmla="*/ 13009 w 5228120"/>
              <a:gd name="connsiteY36" fmla="*/ 4167267 h 4957903"/>
              <a:gd name="connsiteX37" fmla="*/ 19873 w 5228120"/>
              <a:gd name="connsiteY37" fmla="*/ 4142119 h 4957903"/>
              <a:gd name="connsiteX38" fmla="*/ 19873 w 5228120"/>
              <a:gd name="connsiteY38" fmla="*/ 3806985 h 4957903"/>
              <a:gd name="connsiteX39" fmla="*/ 19873 w 5228120"/>
              <a:gd name="connsiteY39" fmla="*/ 3762500 h 4957903"/>
              <a:gd name="connsiteX40" fmla="*/ 12558 w 5228120"/>
              <a:gd name="connsiteY40" fmla="*/ 3737654 h 4957903"/>
              <a:gd name="connsiteX41" fmla="*/ 4175 w 5228120"/>
              <a:gd name="connsiteY41" fmla="*/ 3712250 h 4957903"/>
              <a:gd name="connsiteX42" fmla="*/ 560 w 5228120"/>
              <a:gd name="connsiteY42" fmla="*/ 3687770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832122 w 5228120"/>
              <a:gd name="connsiteY22" fmla="*/ 0 h 4957903"/>
              <a:gd name="connsiteX23" fmla="*/ 3871237 w 5228120"/>
              <a:gd name="connsiteY23" fmla="*/ 0 h 4957903"/>
              <a:gd name="connsiteX24" fmla="*/ 3872793 w 5228120"/>
              <a:gd name="connsiteY24" fmla="*/ 647 h 4957903"/>
              <a:gd name="connsiteX25" fmla="*/ 5196316 w 5228120"/>
              <a:gd name="connsiteY25" fmla="*/ 647 h 4957903"/>
              <a:gd name="connsiteX26" fmla="*/ 5224586 w 5228120"/>
              <a:gd name="connsiteY26" fmla="*/ 28919 h 4957903"/>
              <a:gd name="connsiteX27" fmla="*/ 5224586 w 5228120"/>
              <a:gd name="connsiteY27" fmla="*/ 4929710 h 4957903"/>
              <a:gd name="connsiteX28" fmla="*/ 5196315 w 5228120"/>
              <a:gd name="connsiteY28" fmla="*/ 4957902 h 4957903"/>
              <a:gd name="connsiteX29" fmla="*/ 5157924 w 5228120"/>
              <a:gd name="connsiteY29" fmla="*/ 4957902 h 4957903"/>
              <a:gd name="connsiteX30" fmla="*/ 5157922 w 5228120"/>
              <a:gd name="connsiteY30" fmla="*/ 4957903 h 4957903"/>
              <a:gd name="connsiteX31" fmla="*/ 1369345 w 5228120"/>
              <a:gd name="connsiteY31" fmla="*/ 4957903 h 4957903"/>
              <a:gd name="connsiteX32" fmla="*/ 44266 w 5228120"/>
              <a:gd name="connsiteY32" fmla="*/ 4957256 h 4957903"/>
              <a:gd name="connsiteX33" fmla="*/ 19873 w 5228120"/>
              <a:gd name="connsiteY33" fmla="*/ 4940773 h 4957903"/>
              <a:gd name="connsiteX34" fmla="*/ 19873 w 5228120"/>
              <a:gd name="connsiteY34" fmla="*/ 4191718 h 4957903"/>
              <a:gd name="connsiteX35" fmla="*/ 13009 w 5228120"/>
              <a:gd name="connsiteY35" fmla="*/ 4167267 h 4957903"/>
              <a:gd name="connsiteX36" fmla="*/ 19873 w 5228120"/>
              <a:gd name="connsiteY36" fmla="*/ 4142119 h 4957903"/>
              <a:gd name="connsiteX37" fmla="*/ 19873 w 5228120"/>
              <a:gd name="connsiteY37" fmla="*/ 3806985 h 4957903"/>
              <a:gd name="connsiteX38" fmla="*/ 19873 w 5228120"/>
              <a:gd name="connsiteY38" fmla="*/ 3762500 h 4957903"/>
              <a:gd name="connsiteX39" fmla="*/ 12558 w 5228120"/>
              <a:gd name="connsiteY39" fmla="*/ 3737654 h 4957903"/>
              <a:gd name="connsiteX40" fmla="*/ 4175 w 5228120"/>
              <a:gd name="connsiteY40" fmla="*/ 3712250 h 4957903"/>
              <a:gd name="connsiteX41" fmla="*/ 560 w 5228120"/>
              <a:gd name="connsiteY41" fmla="*/ 3687770 h 4957903"/>
              <a:gd name="connsiteX42" fmla="*/ 0 w 5228120"/>
              <a:gd name="connsiteY42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3871237 w 5228120"/>
              <a:gd name="connsiteY22" fmla="*/ 0 h 4957903"/>
              <a:gd name="connsiteX23" fmla="*/ 3872793 w 5228120"/>
              <a:gd name="connsiteY23" fmla="*/ 647 h 4957903"/>
              <a:gd name="connsiteX24" fmla="*/ 5196316 w 5228120"/>
              <a:gd name="connsiteY24" fmla="*/ 647 h 4957903"/>
              <a:gd name="connsiteX25" fmla="*/ 5224586 w 5228120"/>
              <a:gd name="connsiteY25" fmla="*/ 28919 h 4957903"/>
              <a:gd name="connsiteX26" fmla="*/ 5224586 w 5228120"/>
              <a:gd name="connsiteY26" fmla="*/ 4929710 h 4957903"/>
              <a:gd name="connsiteX27" fmla="*/ 5196315 w 5228120"/>
              <a:gd name="connsiteY27" fmla="*/ 4957902 h 4957903"/>
              <a:gd name="connsiteX28" fmla="*/ 5157924 w 5228120"/>
              <a:gd name="connsiteY28" fmla="*/ 4957902 h 4957903"/>
              <a:gd name="connsiteX29" fmla="*/ 5157922 w 5228120"/>
              <a:gd name="connsiteY29" fmla="*/ 4957903 h 4957903"/>
              <a:gd name="connsiteX30" fmla="*/ 1369345 w 5228120"/>
              <a:gd name="connsiteY30" fmla="*/ 4957903 h 4957903"/>
              <a:gd name="connsiteX31" fmla="*/ 44266 w 5228120"/>
              <a:gd name="connsiteY31" fmla="*/ 4957256 h 4957903"/>
              <a:gd name="connsiteX32" fmla="*/ 19873 w 5228120"/>
              <a:gd name="connsiteY32" fmla="*/ 4940773 h 4957903"/>
              <a:gd name="connsiteX33" fmla="*/ 19873 w 5228120"/>
              <a:gd name="connsiteY33" fmla="*/ 4191718 h 4957903"/>
              <a:gd name="connsiteX34" fmla="*/ 13009 w 5228120"/>
              <a:gd name="connsiteY34" fmla="*/ 4167267 h 4957903"/>
              <a:gd name="connsiteX35" fmla="*/ 19873 w 5228120"/>
              <a:gd name="connsiteY35" fmla="*/ 4142119 h 4957903"/>
              <a:gd name="connsiteX36" fmla="*/ 19873 w 5228120"/>
              <a:gd name="connsiteY36" fmla="*/ 3806985 h 4957903"/>
              <a:gd name="connsiteX37" fmla="*/ 19873 w 5228120"/>
              <a:gd name="connsiteY37" fmla="*/ 3762500 h 4957903"/>
              <a:gd name="connsiteX38" fmla="*/ 12558 w 5228120"/>
              <a:gd name="connsiteY38" fmla="*/ 3737654 h 4957903"/>
              <a:gd name="connsiteX39" fmla="*/ 4175 w 5228120"/>
              <a:gd name="connsiteY39" fmla="*/ 3712250 h 4957903"/>
              <a:gd name="connsiteX40" fmla="*/ 560 w 5228120"/>
              <a:gd name="connsiteY40" fmla="*/ 3687770 h 4957903"/>
              <a:gd name="connsiteX41" fmla="*/ 0 w 5228120"/>
              <a:gd name="connsiteY41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3871237 w 5228120"/>
              <a:gd name="connsiteY21" fmla="*/ 0 h 4957903"/>
              <a:gd name="connsiteX22" fmla="*/ 3872793 w 5228120"/>
              <a:gd name="connsiteY22" fmla="*/ 647 h 4957903"/>
              <a:gd name="connsiteX23" fmla="*/ 5196316 w 5228120"/>
              <a:gd name="connsiteY23" fmla="*/ 647 h 4957903"/>
              <a:gd name="connsiteX24" fmla="*/ 5224586 w 5228120"/>
              <a:gd name="connsiteY24" fmla="*/ 28919 h 4957903"/>
              <a:gd name="connsiteX25" fmla="*/ 5224586 w 5228120"/>
              <a:gd name="connsiteY25" fmla="*/ 4929710 h 4957903"/>
              <a:gd name="connsiteX26" fmla="*/ 5196315 w 5228120"/>
              <a:gd name="connsiteY26" fmla="*/ 4957902 h 4957903"/>
              <a:gd name="connsiteX27" fmla="*/ 5157924 w 5228120"/>
              <a:gd name="connsiteY27" fmla="*/ 4957902 h 4957903"/>
              <a:gd name="connsiteX28" fmla="*/ 5157922 w 5228120"/>
              <a:gd name="connsiteY28" fmla="*/ 4957903 h 4957903"/>
              <a:gd name="connsiteX29" fmla="*/ 1369345 w 5228120"/>
              <a:gd name="connsiteY29" fmla="*/ 4957903 h 4957903"/>
              <a:gd name="connsiteX30" fmla="*/ 44266 w 5228120"/>
              <a:gd name="connsiteY30" fmla="*/ 4957256 h 4957903"/>
              <a:gd name="connsiteX31" fmla="*/ 19873 w 5228120"/>
              <a:gd name="connsiteY31" fmla="*/ 4940773 h 4957903"/>
              <a:gd name="connsiteX32" fmla="*/ 19873 w 5228120"/>
              <a:gd name="connsiteY32" fmla="*/ 4191718 h 4957903"/>
              <a:gd name="connsiteX33" fmla="*/ 13009 w 5228120"/>
              <a:gd name="connsiteY33" fmla="*/ 4167267 h 4957903"/>
              <a:gd name="connsiteX34" fmla="*/ 19873 w 5228120"/>
              <a:gd name="connsiteY34" fmla="*/ 4142119 h 4957903"/>
              <a:gd name="connsiteX35" fmla="*/ 19873 w 5228120"/>
              <a:gd name="connsiteY35" fmla="*/ 3806985 h 4957903"/>
              <a:gd name="connsiteX36" fmla="*/ 19873 w 5228120"/>
              <a:gd name="connsiteY36" fmla="*/ 3762500 h 4957903"/>
              <a:gd name="connsiteX37" fmla="*/ 12558 w 5228120"/>
              <a:gd name="connsiteY37" fmla="*/ 3737654 h 4957903"/>
              <a:gd name="connsiteX38" fmla="*/ 4175 w 5228120"/>
              <a:gd name="connsiteY38" fmla="*/ 3712250 h 4957903"/>
              <a:gd name="connsiteX39" fmla="*/ 560 w 5228120"/>
              <a:gd name="connsiteY39" fmla="*/ 3687770 h 4957903"/>
              <a:gd name="connsiteX40" fmla="*/ 0 w 5228120"/>
              <a:gd name="connsiteY40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3871237 w 5228120"/>
              <a:gd name="connsiteY20" fmla="*/ 0 h 4957903"/>
              <a:gd name="connsiteX21" fmla="*/ 3872793 w 5228120"/>
              <a:gd name="connsiteY21" fmla="*/ 647 h 4957903"/>
              <a:gd name="connsiteX22" fmla="*/ 5196316 w 5228120"/>
              <a:gd name="connsiteY22" fmla="*/ 647 h 4957903"/>
              <a:gd name="connsiteX23" fmla="*/ 5224586 w 5228120"/>
              <a:gd name="connsiteY23" fmla="*/ 28919 h 4957903"/>
              <a:gd name="connsiteX24" fmla="*/ 5224586 w 5228120"/>
              <a:gd name="connsiteY24" fmla="*/ 4929710 h 4957903"/>
              <a:gd name="connsiteX25" fmla="*/ 5196315 w 5228120"/>
              <a:gd name="connsiteY25" fmla="*/ 4957902 h 4957903"/>
              <a:gd name="connsiteX26" fmla="*/ 5157924 w 5228120"/>
              <a:gd name="connsiteY26" fmla="*/ 4957902 h 4957903"/>
              <a:gd name="connsiteX27" fmla="*/ 5157922 w 5228120"/>
              <a:gd name="connsiteY27" fmla="*/ 4957903 h 4957903"/>
              <a:gd name="connsiteX28" fmla="*/ 1369345 w 5228120"/>
              <a:gd name="connsiteY28" fmla="*/ 4957903 h 4957903"/>
              <a:gd name="connsiteX29" fmla="*/ 44266 w 5228120"/>
              <a:gd name="connsiteY29" fmla="*/ 4957256 h 4957903"/>
              <a:gd name="connsiteX30" fmla="*/ 19873 w 5228120"/>
              <a:gd name="connsiteY30" fmla="*/ 4940773 h 4957903"/>
              <a:gd name="connsiteX31" fmla="*/ 19873 w 5228120"/>
              <a:gd name="connsiteY31" fmla="*/ 4191718 h 4957903"/>
              <a:gd name="connsiteX32" fmla="*/ 13009 w 5228120"/>
              <a:gd name="connsiteY32" fmla="*/ 4167267 h 4957903"/>
              <a:gd name="connsiteX33" fmla="*/ 19873 w 5228120"/>
              <a:gd name="connsiteY33" fmla="*/ 4142119 h 4957903"/>
              <a:gd name="connsiteX34" fmla="*/ 19873 w 5228120"/>
              <a:gd name="connsiteY34" fmla="*/ 3806985 h 4957903"/>
              <a:gd name="connsiteX35" fmla="*/ 19873 w 5228120"/>
              <a:gd name="connsiteY35" fmla="*/ 3762500 h 4957903"/>
              <a:gd name="connsiteX36" fmla="*/ 12558 w 5228120"/>
              <a:gd name="connsiteY36" fmla="*/ 3737654 h 4957903"/>
              <a:gd name="connsiteX37" fmla="*/ 4175 w 5228120"/>
              <a:gd name="connsiteY37" fmla="*/ 3712250 h 4957903"/>
              <a:gd name="connsiteX38" fmla="*/ 560 w 5228120"/>
              <a:gd name="connsiteY38" fmla="*/ 3687770 h 4957903"/>
              <a:gd name="connsiteX39" fmla="*/ 0 w 5228120"/>
              <a:gd name="connsiteY39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3871237 w 5228120"/>
              <a:gd name="connsiteY20" fmla="*/ 0 h 4957903"/>
              <a:gd name="connsiteX21" fmla="*/ 5196316 w 5228120"/>
              <a:gd name="connsiteY21" fmla="*/ 647 h 4957903"/>
              <a:gd name="connsiteX22" fmla="*/ 5224586 w 5228120"/>
              <a:gd name="connsiteY22" fmla="*/ 28919 h 4957903"/>
              <a:gd name="connsiteX23" fmla="*/ 5224586 w 5228120"/>
              <a:gd name="connsiteY23" fmla="*/ 4929710 h 4957903"/>
              <a:gd name="connsiteX24" fmla="*/ 5196315 w 5228120"/>
              <a:gd name="connsiteY24" fmla="*/ 4957902 h 4957903"/>
              <a:gd name="connsiteX25" fmla="*/ 5157924 w 5228120"/>
              <a:gd name="connsiteY25" fmla="*/ 4957902 h 4957903"/>
              <a:gd name="connsiteX26" fmla="*/ 5157922 w 5228120"/>
              <a:gd name="connsiteY26" fmla="*/ 4957903 h 4957903"/>
              <a:gd name="connsiteX27" fmla="*/ 1369345 w 5228120"/>
              <a:gd name="connsiteY27" fmla="*/ 4957903 h 4957903"/>
              <a:gd name="connsiteX28" fmla="*/ 44266 w 5228120"/>
              <a:gd name="connsiteY28" fmla="*/ 4957256 h 4957903"/>
              <a:gd name="connsiteX29" fmla="*/ 19873 w 5228120"/>
              <a:gd name="connsiteY29" fmla="*/ 4940773 h 4957903"/>
              <a:gd name="connsiteX30" fmla="*/ 19873 w 5228120"/>
              <a:gd name="connsiteY30" fmla="*/ 4191718 h 4957903"/>
              <a:gd name="connsiteX31" fmla="*/ 13009 w 5228120"/>
              <a:gd name="connsiteY31" fmla="*/ 4167267 h 4957903"/>
              <a:gd name="connsiteX32" fmla="*/ 19873 w 5228120"/>
              <a:gd name="connsiteY32" fmla="*/ 4142119 h 4957903"/>
              <a:gd name="connsiteX33" fmla="*/ 19873 w 5228120"/>
              <a:gd name="connsiteY33" fmla="*/ 3806985 h 4957903"/>
              <a:gd name="connsiteX34" fmla="*/ 19873 w 5228120"/>
              <a:gd name="connsiteY34" fmla="*/ 3762500 h 4957903"/>
              <a:gd name="connsiteX35" fmla="*/ 12558 w 5228120"/>
              <a:gd name="connsiteY35" fmla="*/ 3737654 h 4957903"/>
              <a:gd name="connsiteX36" fmla="*/ 4175 w 5228120"/>
              <a:gd name="connsiteY36" fmla="*/ 3712250 h 4957903"/>
              <a:gd name="connsiteX37" fmla="*/ 560 w 5228120"/>
              <a:gd name="connsiteY37" fmla="*/ 3687770 h 4957903"/>
              <a:gd name="connsiteX38" fmla="*/ 0 w 5228120"/>
              <a:gd name="connsiteY38" fmla="*/ 3668924 h 4957903"/>
              <a:gd name="connsiteX0" fmla="*/ 0 w 5228120"/>
              <a:gd name="connsiteY0" fmla="*/ 3668760 h 4957739"/>
              <a:gd name="connsiteX1" fmla="*/ 4948 w 5228120"/>
              <a:gd name="connsiteY1" fmla="*/ 3649017 h 4957739"/>
              <a:gd name="connsiteX2" fmla="*/ 2889 w 5228120"/>
              <a:gd name="connsiteY2" fmla="*/ 3635689 h 4957739"/>
              <a:gd name="connsiteX3" fmla="*/ 8191 w 5228120"/>
              <a:gd name="connsiteY3" fmla="*/ 3610867 h 4957739"/>
              <a:gd name="connsiteX4" fmla="*/ 13074 w 5228120"/>
              <a:gd name="connsiteY4" fmla="*/ 3574556 h 4957739"/>
              <a:gd name="connsiteX5" fmla="*/ 18280 w 5228120"/>
              <a:gd name="connsiteY5" fmla="*/ 3549561 h 4957739"/>
              <a:gd name="connsiteX6" fmla="*/ 19873 w 5228120"/>
              <a:gd name="connsiteY6" fmla="*/ 3544741 h 4957739"/>
              <a:gd name="connsiteX7" fmla="*/ 19873 w 5228120"/>
              <a:gd name="connsiteY7" fmla="*/ 3381182 h 4957739"/>
              <a:gd name="connsiteX8" fmla="*/ 18092 w 5228120"/>
              <a:gd name="connsiteY8" fmla="*/ 3369117 h 4957739"/>
              <a:gd name="connsiteX9" fmla="*/ 19873 w 5228120"/>
              <a:gd name="connsiteY9" fmla="*/ 3328412 h 4957739"/>
              <a:gd name="connsiteX10" fmla="*/ 17446 w 5228120"/>
              <a:gd name="connsiteY10" fmla="*/ 3322501 h 4957739"/>
              <a:gd name="connsiteX11" fmla="*/ 19873 w 5228120"/>
              <a:gd name="connsiteY11" fmla="*/ 3282705 h 4957739"/>
              <a:gd name="connsiteX12" fmla="*/ 17812 w 5228120"/>
              <a:gd name="connsiteY12" fmla="*/ 3239103 h 4957739"/>
              <a:gd name="connsiteX13" fmla="*/ 12273 w 5228120"/>
              <a:gd name="connsiteY13" fmla="*/ 3235847 h 4957739"/>
              <a:gd name="connsiteX14" fmla="*/ 11786 w 5228120"/>
              <a:gd name="connsiteY14" fmla="*/ 3226285 h 4957739"/>
              <a:gd name="connsiteX15" fmla="*/ 11892 w 5228120"/>
              <a:gd name="connsiteY15" fmla="*/ 3211231 h 4957739"/>
              <a:gd name="connsiteX16" fmla="*/ 17706 w 5228120"/>
              <a:gd name="connsiteY16" fmla="*/ 3177510 h 4957739"/>
              <a:gd name="connsiteX17" fmla="*/ 14268 w 5228120"/>
              <a:gd name="connsiteY17" fmla="*/ 18774 h 4957739"/>
              <a:gd name="connsiteX18" fmla="*/ 30700 w 5228120"/>
              <a:gd name="connsiteY18" fmla="*/ 2147 h 4957739"/>
              <a:gd name="connsiteX19" fmla="*/ 44276 w 5228120"/>
              <a:gd name="connsiteY19" fmla="*/ 0 h 4957739"/>
              <a:gd name="connsiteX20" fmla="*/ 5196316 w 5228120"/>
              <a:gd name="connsiteY20" fmla="*/ 483 h 4957739"/>
              <a:gd name="connsiteX21" fmla="*/ 5224586 w 5228120"/>
              <a:gd name="connsiteY21" fmla="*/ 28755 h 4957739"/>
              <a:gd name="connsiteX22" fmla="*/ 5224586 w 5228120"/>
              <a:gd name="connsiteY22" fmla="*/ 4929546 h 4957739"/>
              <a:gd name="connsiteX23" fmla="*/ 5196315 w 5228120"/>
              <a:gd name="connsiteY23" fmla="*/ 4957738 h 4957739"/>
              <a:gd name="connsiteX24" fmla="*/ 5157924 w 5228120"/>
              <a:gd name="connsiteY24" fmla="*/ 4957738 h 4957739"/>
              <a:gd name="connsiteX25" fmla="*/ 5157922 w 5228120"/>
              <a:gd name="connsiteY25" fmla="*/ 4957739 h 4957739"/>
              <a:gd name="connsiteX26" fmla="*/ 1369345 w 5228120"/>
              <a:gd name="connsiteY26" fmla="*/ 4957739 h 4957739"/>
              <a:gd name="connsiteX27" fmla="*/ 44266 w 5228120"/>
              <a:gd name="connsiteY27" fmla="*/ 4957092 h 4957739"/>
              <a:gd name="connsiteX28" fmla="*/ 19873 w 5228120"/>
              <a:gd name="connsiteY28" fmla="*/ 4940609 h 4957739"/>
              <a:gd name="connsiteX29" fmla="*/ 19873 w 5228120"/>
              <a:gd name="connsiteY29" fmla="*/ 4191554 h 4957739"/>
              <a:gd name="connsiteX30" fmla="*/ 13009 w 5228120"/>
              <a:gd name="connsiteY30" fmla="*/ 4167103 h 4957739"/>
              <a:gd name="connsiteX31" fmla="*/ 19873 w 5228120"/>
              <a:gd name="connsiteY31" fmla="*/ 4141955 h 4957739"/>
              <a:gd name="connsiteX32" fmla="*/ 19873 w 5228120"/>
              <a:gd name="connsiteY32" fmla="*/ 3806821 h 4957739"/>
              <a:gd name="connsiteX33" fmla="*/ 19873 w 5228120"/>
              <a:gd name="connsiteY33" fmla="*/ 3762336 h 4957739"/>
              <a:gd name="connsiteX34" fmla="*/ 12558 w 5228120"/>
              <a:gd name="connsiteY34" fmla="*/ 3737490 h 4957739"/>
              <a:gd name="connsiteX35" fmla="*/ 4175 w 5228120"/>
              <a:gd name="connsiteY35" fmla="*/ 3712086 h 4957739"/>
              <a:gd name="connsiteX36" fmla="*/ 560 w 5228120"/>
              <a:gd name="connsiteY36" fmla="*/ 3687606 h 4957739"/>
              <a:gd name="connsiteX37" fmla="*/ 0 w 5228120"/>
              <a:gd name="connsiteY37" fmla="*/ 3668760 h 4957739"/>
              <a:gd name="connsiteX0" fmla="*/ 0 w 5228120"/>
              <a:gd name="connsiteY0" fmla="*/ 3668760 h 4957739"/>
              <a:gd name="connsiteX1" fmla="*/ 4948 w 5228120"/>
              <a:gd name="connsiteY1" fmla="*/ 3649017 h 4957739"/>
              <a:gd name="connsiteX2" fmla="*/ 2889 w 5228120"/>
              <a:gd name="connsiteY2" fmla="*/ 3635689 h 4957739"/>
              <a:gd name="connsiteX3" fmla="*/ 8191 w 5228120"/>
              <a:gd name="connsiteY3" fmla="*/ 3610867 h 4957739"/>
              <a:gd name="connsiteX4" fmla="*/ 13074 w 5228120"/>
              <a:gd name="connsiteY4" fmla="*/ 3574556 h 4957739"/>
              <a:gd name="connsiteX5" fmla="*/ 18280 w 5228120"/>
              <a:gd name="connsiteY5" fmla="*/ 3549561 h 4957739"/>
              <a:gd name="connsiteX6" fmla="*/ 19873 w 5228120"/>
              <a:gd name="connsiteY6" fmla="*/ 3544741 h 4957739"/>
              <a:gd name="connsiteX7" fmla="*/ 19873 w 5228120"/>
              <a:gd name="connsiteY7" fmla="*/ 3381182 h 4957739"/>
              <a:gd name="connsiteX8" fmla="*/ 18092 w 5228120"/>
              <a:gd name="connsiteY8" fmla="*/ 3369117 h 4957739"/>
              <a:gd name="connsiteX9" fmla="*/ 19873 w 5228120"/>
              <a:gd name="connsiteY9" fmla="*/ 3328412 h 4957739"/>
              <a:gd name="connsiteX10" fmla="*/ 17446 w 5228120"/>
              <a:gd name="connsiteY10" fmla="*/ 3322501 h 4957739"/>
              <a:gd name="connsiteX11" fmla="*/ 19873 w 5228120"/>
              <a:gd name="connsiteY11" fmla="*/ 3282705 h 4957739"/>
              <a:gd name="connsiteX12" fmla="*/ 17812 w 5228120"/>
              <a:gd name="connsiteY12" fmla="*/ 3239103 h 4957739"/>
              <a:gd name="connsiteX13" fmla="*/ 12273 w 5228120"/>
              <a:gd name="connsiteY13" fmla="*/ 3235847 h 4957739"/>
              <a:gd name="connsiteX14" fmla="*/ 11786 w 5228120"/>
              <a:gd name="connsiteY14" fmla="*/ 3226285 h 4957739"/>
              <a:gd name="connsiteX15" fmla="*/ 11892 w 5228120"/>
              <a:gd name="connsiteY15" fmla="*/ 3211231 h 4957739"/>
              <a:gd name="connsiteX16" fmla="*/ 17706 w 5228120"/>
              <a:gd name="connsiteY16" fmla="*/ 3177510 h 4957739"/>
              <a:gd name="connsiteX17" fmla="*/ 14268 w 5228120"/>
              <a:gd name="connsiteY17" fmla="*/ 18774 h 4957739"/>
              <a:gd name="connsiteX18" fmla="*/ 30700 w 5228120"/>
              <a:gd name="connsiteY18" fmla="*/ 2147 h 4957739"/>
              <a:gd name="connsiteX19" fmla="*/ 44276 w 5228120"/>
              <a:gd name="connsiteY19" fmla="*/ 0 h 4957739"/>
              <a:gd name="connsiteX20" fmla="*/ 5196316 w 5228120"/>
              <a:gd name="connsiteY20" fmla="*/ 483 h 4957739"/>
              <a:gd name="connsiteX21" fmla="*/ 5224586 w 5228120"/>
              <a:gd name="connsiteY21" fmla="*/ 28755 h 4957739"/>
              <a:gd name="connsiteX22" fmla="*/ 5224586 w 5228120"/>
              <a:gd name="connsiteY22" fmla="*/ 4929546 h 4957739"/>
              <a:gd name="connsiteX23" fmla="*/ 5196315 w 5228120"/>
              <a:gd name="connsiteY23" fmla="*/ 4957738 h 4957739"/>
              <a:gd name="connsiteX24" fmla="*/ 5157924 w 5228120"/>
              <a:gd name="connsiteY24" fmla="*/ 4957738 h 4957739"/>
              <a:gd name="connsiteX25" fmla="*/ 5157922 w 5228120"/>
              <a:gd name="connsiteY25" fmla="*/ 4957739 h 4957739"/>
              <a:gd name="connsiteX26" fmla="*/ 44266 w 5228120"/>
              <a:gd name="connsiteY26" fmla="*/ 4957092 h 4957739"/>
              <a:gd name="connsiteX27" fmla="*/ 19873 w 5228120"/>
              <a:gd name="connsiteY27" fmla="*/ 4940609 h 4957739"/>
              <a:gd name="connsiteX28" fmla="*/ 19873 w 5228120"/>
              <a:gd name="connsiteY28" fmla="*/ 4191554 h 4957739"/>
              <a:gd name="connsiteX29" fmla="*/ 13009 w 5228120"/>
              <a:gd name="connsiteY29" fmla="*/ 4167103 h 4957739"/>
              <a:gd name="connsiteX30" fmla="*/ 19873 w 5228120"/>
              <a:gd name="connsiteY30" fmla="*/ 4141955 h 4957739"/>
              <a:gd name="connsiteX31" fmla="*/ 19873 w 5228120"/>
              <a:gd name="connsiteY31" fmla="*/ 3806821 h 4957739"/>
              <a:gd name="connsiteX32" fmla="*/ 19873 w 5228120"/>
              <a:gd name="connsiteY32" fmla="*/ 3762336 h 4957739"/>
              <a:gd name="connsiteX33" fmla="*/ 12558 w 5228120"/>
              <a:gd name="connsiteY33" fmla="*/ 3737490 h 4957739"/>
              <a:gd name="connsiteX34" fmla="*/ 4175 w 5228120"/>
              <a:gd name="connsiteY34" fmla="*/ 3712086 h 4957739"/>
              <a:gd name="connsiteX35" fmla="*/ 560 w 5228120"/>
              <a:gd name="connsiteY35" fmla="*/ 3687606 h 4957739"/>
              <a:gd name="connsiteX36" fmla="*/ 0 w 5228120"/>
              <a:gd name="connsiteY36" fmla="*/ 3668760 h 49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228120" h="4957739">
                <a:moveTo>
                  <a:pt x="0" y="3668760"/>
                </a:moveTo>
                <a:lnTo>
                  <a:pt x="4948" y="3649017"/>
                </a:lnTo>
                <a:cubicBezTo>
                  <a:pt x="5428" y="3643504"/>
                  <a:pt x="2348" y="3642047"/>
                  <a:pt x="2889" y="3635689"/>
                </a:cubicBezTo>
                <a:lnTo>
                  <a:pt x="8191" y="3610867"/>
                </a:lnTo>
                <a:lnTo>
                  <a:pt x="13074" y="3574556"/>
                </a:lnTo>
                <a:lnTo>
                  <a:pt x="18280" y="3549561"/>
                </a:lnTo>
                <a:lnTo>
                  <a:pt x="19873" y="3544741"/>
                </a:lnTo>
                <a:lnTo>
                  <a:pt x="19873" y="3381182"/>
                </a:lnTo>
                <a:lnTo>
                  <a:pt x="18092" y="3369117"/>
                </a:lnTo>
                <a:cubicBezTo>
                  <a:pt x="18686" y="3355549"/>
                  <a:pt x="19279" y="3341980"/>
                  <a:pt x="19873" y="3328412"/>
                </a:cubicBezTo>
                <a:lnTo>
                  <a:pt x="17446" y="3322501"/>
                </a:lnTo>
                <a:lnTo>
                  <a:pt x="19873" y="3282705"/>
                </a:lnTo>
                <a:cubicBezTo>
                  <a:pt x="19530" y="3269526"/>
                  <a:pt x="20072" y="3246690"/>
                  <a:pt x="17812" y="3239103"/>
                </a:cubicBezTo>
                <a:lnTo>
                  <a:pt x="12273" y="3235847"/>
                </a:lnTo>
                <a:cubicBezTo>
                  <a:pt x="12111" y="3232660"/>
                  <a:pt x="11948" y="3229472"/>
                  <a:pt x="11786" y="3226285"/>
                </a:cubicBezTo>
                <a:cubicBezTo>
                  <a:pt x="12210" y="3225585"/>
                  <a:pt x="11857" y="3211799"/>
                  <a:pt x="11892" y="3211231"/>
                </a:cubicBezTo>
                <a:lnTo>
                  <a:pt x="17706" y="3177510"/>
                </a:lnTo>
                <a:lnTo>
                  <a:pt x="14268" y="18774"/>
                </a:lnTo>
                <a:cubicBezTo>
                  <a:pt x="19746" y="9227"/>
                  <a:pt x="21251" y="7690"/>
                  <a:pt x="30700" y="2147"/>
                </a:cubicBezTo>
                <a:lnTo>
                  <a:pt x="44276" y="0"/>
                </a:lnTo>
                <a:lnTo>
                  <a:pt x="5196316" y="483"/>
                </a:lnTo>
                <a:cubicBezTo>
                  <a:pt x="5211913" y="528"/>
                  <a:pt x="5224547" y="13159"/>
                  <a:pt x="5224586" y="28755"/>
                </a:cubicBezTo>
                <a:cubicBezTo>
                  <a:pt x="5229299" y="850266"/>
                  <a:pt x="5229298" y="4108050"/>
                  <a:pt x="5224586" y="4929546"/>
                </a:cubicBezTo>
                <a:cubicBezTo>
                  <a:pt x="5224498" y="4945112"/>
                  <a:pt x="5211880" y="4957697"/>
                  <a:pt x="5196315" y="4957738"/>
                </a:cubicBezTo>
                <a:lnTo>
                  <a:pt x="5157924" y="4957738"/>
                </a:lnTo>
                <a:cubicBezTo>
                  <a:pt x="5157923" y="4957738"/>
                  <a:pt x="5157923" y="4957739"/>
                  <a:pt x="5157922" y="4957739"/>
                </a:cubicBezTo>
                <a:lnTo>
                  <a:pt x="44266" y="4957092"/>
                </a:lnTo>
                <a:cubicBezTo>
                  <a:pt x="30798" y="4957039"/>
                  <a:pt x="19909" y="4949683"/>
                  <a:pt x="19873" y="4940609"/>
                </a:cubicBezTo>
                <a:lnTo>
                  <a:pt x="19873" y="4191554"/>
                </a:lnTo>
                <a:lnTo>
                  <a:pt x="13009" y="4167103"/>
                </a:lnTo>
                <a:cubicBezTo>
                  <a:pt x="13312" y="4153381"/>
                  <a:pt x="17586" y="4150338"/>
                  <a:pt x="19873" y="4141955"/>
                </a:cubicBezTo>
                <a:lnTo>
                  <a:pt x="19873" y="3806821"/>
                </a:lnTo>
                <a:lnTo>
                  <a:pt x="19873" y="3762336"/>
                </a:lnTo>
                <a:lnTo>
                  <a:pt x="12558" y="3737490"/>
                </a:lnTo>
                <a:cubicBezTo>
                  <a:pt x="18407" y="3727494"/>
                  <a:pt x="6970" y="3720184"/>
                  <a:pt x="4175" y="3712086"/>
                </a:cubicBezTo>
                <a:lnTo>
                  <a:pt x="560" y="3687606"/>
                </a:lnTo>
                <a:cubicBezTo>
                  <a:pt x="373" y="3681324"/>
                  <a:pt x="187" y="3675042"/>
                  <a:pt x="0" y="366876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38" name="Rectangle 37">
            <a:extLst>
              <a:ext uri="{FF2B5EF4-FFF2-40B4-BE49-F238E27FC236}">
                <a16:creationId xmlns:a16="http://schemas.microsoft.com/office/drawing/2014/main" id="{029B38C0-3CC6-4B41-93F3-C479D22DD2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445390">
            <a:off x="843810" y="615980"/>
            <a:ext cx="5269757" cy="3586638"/>
          </a:xfrm>
          <a:prstGeom prst="rect">
            <a:avLst/>
          </a:prstGeom>
          <a:solidFill>
            <a:schemeClr val="tx1">
              <a:lumMod val="95000"/>
            </a:schemeClr>
          </a:solidFill>
          <a:ln>
            <a:noFill/>
          </a:ln>
          <a:effectLst>
            <a:outerShdw blurRad="50800" dist="254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Freeform: Shape 39">
            <a:extLst>
              <a:ext uri="{FF2B5EF4-FFF2-40B4-BE49-F238E27FC236}">
                <a16:creationId xmlns:a16="http://schemas.microsoft.com/office/drawing/2014/main" id="{0E0F80A2-6611-465C-80A5-6ADAE3F0346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245390">
            <a:off x="1797496" y="-121443"/>
            <a:ext cx="3369162" cy="5062140"/>
          </a:xfrm>
          <a:custGeom>
            <a:avLst/>
            <a:gdLst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832122 w 5228120"/>
              <a:gd name="connsiteY22" fmla="*/ 0 h 4957903"/>
              <a:gd name="connsiteX23" fmla="*/ 3871237 w 5228120"/>
              <a:gd name="connsiteY23" fmla="*/ 0 h 4957903"/>
              <a:gd name="connsiteX24" fmla="*/ 3872793 w 5228120"/>
              <a:gd name="connsiteY24" fmla="*/ 647 h 4957903"/>
              <a:gd name="connsiteX25" fmla="*/ 5196316 w 5228120"/>
              <a:gd name="connsiteY25" fmla="*/ 647 h 4957903"/>
              <a:gd name="connsiteX26" fmla="*/ 5224586 w 5228120"/>
              <a:gd name="connsiteY26" fmla="*/ 28919 h 4957903"/>
              <a:gd name="connsiteX27" fmla="*/ 5224586 w 5228120"/>
              <a:gd name="connsiteY27" fmla="*/ 4929710 h 4957903"/>
              <a:gd name="connsiteX28" fmla="*/ 5196315 w 5228120"/>
              <a:gd name="connsiteY28" fmla="*/ 4957902 h 4957903"/>
              <a:gd name="connsiteX29" fmla="*/ 5157924 w 5228120"/>
              <a:gd name="connsiteY29" fmla="*/ 4957902 h 4957903"/>
              <a:gd name="connsiteX30" fmla="*/ 5157922 w 5228120"/>
              <a:gd name="connsiteY30" fmla="*/ 4957903 h 4957903"/>
              <a:gd name="connsiteX31" fmla="*/ 1369345 w 5228120"/>
              <a:gd name="connsiteY31" fmla="*/ 4957903 h 4957903"/>
              <a:gd name="connsiteX32" fmla="*/ 1367050 w 5228120"/>
              <a:gd name="connsiteY32" fmla="*/ 4957256 h 4957903"/>
              <a:gd name="connsiteX33" fmla="*/ 44266 w 5228120"/>
              <a:gd name="connsiteY33" fmla="*/ 4957256 h 4957903"/>
              <a:gd name="connsiteX34" fmla="*/ 19873 w 5228120"/>
              <a:gd name="connsiteY34" fmla="*/ 4940773 h 4957903"/>
              <a:gd name="connsiteX35" fmla="*/ 19873 w 5228120"/>
              <a:gd name="connsiteY35" fmla="*/ 4191718 h 4957903"/>
              <a:gd name="connsiteX36" fmla="*/ 13009 w 5228120"/>
              <a:gd name="connsiteY36" fmla="*/ 4167267 h 4957903"/>
              <a:gd name="connsiteX37" fmla="*/ 19873 w 5228120"/>
              <a:gd name="connsiteY37" fmla="*/ 4142119 h 4957903"/>
              <a:gd name="connsiteX38" fmla="*/ 19873 w 5228120"/>
              <a:gd name="connsiteY38" fmla="*/ 3806985 h 4957903"/>
              <a:gd name="connsiteX39" fmla="*/ 19873 w 5228120"/>
              <a:gd name="connsiteY39" fmla="*/ 3762500 h 4957903"/>
              <a:gd name="connsiteX40" fmla="*/ 12558 w 5228120"/>
              <a:gd name="connsiteY40" fmla="*/ 3737654 h 4957903"/>
              <a:gd name="connsiteX41" fmla="*/ 4175 w 5228120"/>
              <a:gd name="connsiteY41" fmla="*/ 3712250 h 4957903"/>
              <a:gd name="connsiteX42" fmla="*/ 560 w 5228120"/>
              <a:gd name="connsiteY42" fmla="*/ 3687770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832122 w 5228120"/>
              <a:gd name="connsiteY22" fmla="*/ 0 h 4957903"/>
              <a:gd name="connsiteX23" fmla="*/ 3871237 w 5228120"/>
              <a:gd name="connsiteY23" fmla="*/ 0 h 4957903"/>
              <a:gd name="connsiteX24" fmla="*/ 3872793 w 5228120"/>
              <a:gd name="connsiteY24" fmla="*/ 647 h 4957903"/>
              <a:gd name="connsiteX25" fmla="*/ 5196316 w 5228120"/>
              <a:gd name="connsiteY25" fmla="*/ 647 h 4957903"/>
              <a:gd name="connsiteX26" fmla="*/ 5224586 w 5228120"/>
              <a:gd name="connsiteY26" fmla="*/ 28919 h 4957903"/>
              <a:gd name="connsiteX27" fmla="*/ 5224586 w 5228120"/>
              <a:gd name="connsiteY27" fmla="*/ 4929710 h 4957903"/>
              <a:gd name="connsiteX28" fmla="*/ 5196315 w 5228120"/>
              <a:gd name="connsiteY28" fmla="*/ 4957902 h 4957903"/>
              <a:gd name="connsiteX29" fmla="*/ 5157924 w 5228120"/>
              <a:gd name="connsiteY29" fmla="*/ 4957902 h 4957903"/>
              <a:gd name="connsiteX30" fmla="*/ 5157922 w 5228120"/>
              <a:gd name="connsiteY30" fmla="*/ 4957903 h 4957903"/>
              <a:gd name="connsiteX31" fmla="*/ 1369345 w 5228120"/>
              <a:gd name="connsiteY31" fmla="*/ 4957903 h 4957903"/>
              <a:gd name="connsiteX32" fmla="*/ 44266 w 5228120"/>
              <a:gd name="connsiteY32" fmla="*/ 4957256 h 4957903"/>
              <a:gd name="connsiteX33" fmla="*/ 19873 w 5228120"/>
              <a:gd name="connsiteY33" fmla="*/ 4940773 h 4957903"/>
              <a:gd name="connsiteX34" fmla="*/ 19873 w 5228120"/>
              <a:gd name="connsiteY34" fmla="*/ 4191718 h 4957903"/>
              <a:gd name="connsiteX35" fmla="*/ 13009 w 5228120"/>
              <a:gd name="connsiteY35" fmla="*/ 4167267 h 4957903"/>
              <a:gd name="connsiteX36" fmla="*/ 19873 w 5228120"/>
              <a:gd name="connsiteY36" fmla="*/ 4142119 h 4957903"/>
              <a:gd name="connsiteX37" fmla="*/ 19873 w 5228120"/>
              <a:gd name="connsiteY37" fmla="*/ 3806985 h 4957903"/>
              <a:gd name="connsiteX38" fmla="*/ 19873 w 5228120"/>
              <a:gd name="connsiteY38" fmla="*/ 3762500 h 4957903"/>
              <a:gd name="connsiteX39" fmla="*/ 12558 w 5228120"/>
              <a:gd name="connsiteY39" fmla="*/ 3737654 h 4957903"/>
              <a:gd name="connsiteX40" fmla="*/ 4175 w 5228120"/>
              <a:gd name="connsiteY40" fmla="*/ 3712250 h 4957903"/>
              <a:gd name="connsiteX41" fmla="*/ 560 w 5228120"/>
              <a:gd name="connsiteY41" fmla="*/ 3687770 h 4957903"/>
              <a:gd name="connsiteX42" fmla="*/ 0 w 5228120"/>
              <a:gd name="connsiteY42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832106 w 5228120"/>
              <a:gd name="connsiteY21" fmla="*/ 9 h 4957903"/>
              <a:gd name="connsiteX22" fmla="*/ 3871237 w 5228120"/>
              <a:gd name="connsiteY22" fmla="*/ 0 h 4957903"/>
              <a:gd name="connsiteX23" fmla="*/ 3872793 w 5228120"/>
              <a:gd name="connsiteY23" fmla="*/ 647 h 4957903"/>
              <a:gd name="connsiteX24" fmla="*/ 5196316 w 5228120"/>
              <a:gd name="connsiteY24" fmla="*/ 647 h 4957903"/>
              <a:gd name="connsiteX25" fmla="*/ 5224586 w 5228120"/>
              <a:gd name="connsiteY25" fmla="*/ 28919 h 4957903"/>
              <a:gd name="connsiteX26" fmla="*/ 5224586 w 5228120"/>
              <a:gd name="connsiteY26" fmla="*/ 4929710 h 4957903"/>
              <a:gd name="connsiteX27" fmla="*/ 5196315 w 5228120"/>
              <a:gd name="connsiteY27" fmla="*/ 4957902 h 4957903"/>
              <a:gd name="connsiteX28" fmla="*/ 5157924 w 5228120"/>
              <a:gd name="connsiteY28" fmla="*/ 4957902 h 4957903"/>
              <a:gd name="connsiteX29" fmla="*/ 5157922 w 5228120"/>
              <a:gd name="connsiteY29" fmla="*/ 4957903 h 4957903"/>
              <a:gd name="connsiteX30" fmla="*/ 1369345 w 5228120"/>
              <a:gd name="connsiteY30" fmla="*/ 4957903 h 4957903"/>
              <a:gd name="connsiteX31" fmla="*/ 44266 w 5228120"/>
              <a:gd name="connsiteY31" fmla="*/ 4957256 h 4957903"/>
              <a:gd name="connsiteX32" fmla="*/ 19873 w 5228120"/>
              <a:gd name="connsiteY32" fmla="*/ 4940773 h 4957903"/>
              <a:gd name="connsiteX33" fmla="*/ 19873 w 5228120"/>
              <a:gd name="connsiteY33" fmla="*/ 4191718 h 4957903"/>
              <a:gd name="connsiteX34" fmla="*/ 13009 w 5228120"/>
              <a:gd name="connsiteY34" fmla="*/ 4167267 h 4957903"/>
              <a:gd name="connsiteX35" fmla="*/ 19873 w 5228120"/>
              <a:gd name="connsiteY35" fmla="*/ 4142119 h 4957903"/>
              <a:gd name="connsiteX36" fmla="*/ 19873 w 5228120"/>
              <a:gd name="connsiteY36" fmla="*/ 3806985 h 4957903"/>
              <a:gd name="connsiteX37" fmla="*/ 19873 w 5228120"/>
              <a:gd name="connsiteY37" fmla="*/ 3762500 h 4957903"/>
              <a:gd name="connsiteX38" fmla="*/ 12558 w 5228120"/>
              <a:gd name="connsiteY38" fmla="*/ 3737654 h 4957903"/>
              <a:gd name="connsiteX39" fmla="*/ 4175 w 5228120"/>
              <a:gd name="connsiteY39" fmla="*/ 3712250 h 4957903"/>
              <a:gd name="connsiteX40" fmla="*/ 560 w 5228120"/>
              <a:gd name="connsiteY40" fmla="*/ 3687770 h 4957903"/>
              <a:gd name="connsiteX41" fmla="*/ 0 w 5228120"/>
              <a:gd name="connsiteY41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813371 w 5228120"/>
              <a:gd name="connsiteY20" fmla="*/ 10 h 4957903"/>
              <a:gd name="connsiteX21" fmla="*/ 3871237 w 5228120"/>
              <a:gd name="connsiteY21" fmla="*/ 0 h 4957903"/>
              <a:gd name="connsiteX22" fmla="*/ 3872793 w 5228120"/>
              <a:gd name="connsiteY22" fmla="*/ 647 h 4957903"/>
              <a:gd name="connsiteX23" fmla="*/ 5196316 w 5228120"/>
              <a:gd name="connsiteY23" fmla="*/ 647 h 4957903"/>
              <a:gd name="connsiteX24" fmla="*/ 5224586 w 5228120"/>
              <a:gd name="connsiteY24" fmla="*/ 28919 h 4957903"/>
              <a:gd name="connsiteX25" fmla="*/ 5224586 w 5228120"/>
              <a:gd name="connsiteY25" fmla="*/ 4929710 h 4957903"/>
              <a:gd name="connsiteX26" fmla="*/ 5196315 w 5228120"/>
              <a:gd name="connsiteY26" fmla="*/ 4957902 h 4957903"/>
              <a:gd name="connsiteX27" fmla="*/ 5157924 w 5228120"/>
              <a:gd name="connsiteY27" fmla="*/ 4957902 h 4957903"/>
              <a:gd name="connsiteX28" fmla="*/ 5157922 w 5228120"/>
              <a:gd name="connsiteY28" fmla="*/ 4957903 h 4957903"/>
              <a:gd name="connsiteX29" fmla="*/ 1369345 w 5228120"/>
              <a:gd name="connsiteY29" fmla="*/ 4957903 h 4957903"/>
              <a:gd name="connsiteX30" fmla="*/ 44266 w 5228120"/>
              <a:gd name="connsiteY30" fmla="*/ 4957256 h 4957903"/>
              <a:gd name="connsiteX31" fmla="*/ 19873 w 5228120"/>
              <a:gd name="connsiteY31" fmla="*/ 4940773 h 4957903"/>
              <a:gd name="connsiteX32" fmla="*/ 19873 w 5228120"/>
              <a:gd name="connsiteY32" fmla="*/ 4191718 h 4957903"/>
              <a:gd name="connsiteX33" fmla="*/ 13009 w 5228120"/>
              <a:gd name="connsiteY33" fmla="*/ 4167267 h 4957903"/>
              <a:gd name="connsiteX34" fmla="*/ 19873 w 5228120"/>
              <a:gd name="connsiteY34" fmla="*/ 4142119 h 4957903"/>
              <a:gd name="connsiteX35" fmla="*/ 19873 w 5228120"/>
              <a:gd name="connsiteY35" fmla="*/ 3806985 h 4957903"/>
              <a:gd name="connsiteX36" fmla="*/ 19873 w 5228120"/>
              <a:gd name="connsiteY36" fmla="*/ 3762500 h 4957903"/>
              <a:gd name="connsiteX37" fmla="*/ 12558 w 5228120"/>
              <a:gd name="connsiteY37" fmla="*/ 3737654 h 4957903"/>
              <a:gd name="connsiteX38" fmla="*/ 4175 w 5228120"/>
              <a:gd name="connsiteY38" fmla="*/ 3712250 h 4957903"/>
              <a:gd name="connsiteX39" fmla="*/ 560 w 5228120"/>
              <a:gd name="connsiteY39" fmla="*/ 3687770 h 4957903"/>
              <a:gd name="connsiteX40" fmla="*/ 0 w 5228120"/>
              <a:gd name="connsiteY40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3871237 w 5228120"/>
              <a:gd name="connsiteY20" fmla="*/ 0 h 4957903"/>
              <a:gd name="connsiteX21" fmla="*/ 3872793 w 5228120"/>
              <a:gd name="connsiteY21" fmla="*/ 647 h 4957903"/>
              <a:gd name="connsiteX22" fmla="*/ 5196316 w 5228120"/>
              <a:gd name="connsiteY22" fmla="*/ 647 h 4957903"/>
              <a:gd name="connsiteX23" fmla="*/ 5224586 w 5228120"/>
              <a:gd name="connsiteY23" fmla="*/ 28919 h 4957903"/>
              <a:gd name="connsiteX24" fmla="*/ 5224586 w 5228120"/>
              <a:gd name="connsiteY24" fmla="*/ 4929710 h 4957903"/>
              <a:gd name="connsiteX25" fmla="*/ 5196315 w 5228120"/>
              <a:gd name="connsiteY25" fmla="*/ 4957902 h 4957903"/>
              <a:gd name="connsiteX26" fmla="*/ 5157924 w 5228120"/>
              <a:gd name="connsiteY26" fmla="*/ 4957902 h 4957903"/>
              <a:gd name="connsiteX27" fmla="*/ 5157922 w 5228120"/>
              <a:gd name="connsiteY27" fmla="*/ 4957903 h 4957903"/>
              <a:gd name="connsiteX28" fmla="*/ 1369345 w 5228120"/>
              <a:gd name="connsiteY28" fmla="*/ 4957903 h 4957903"/>
              <a:gd name="connsiteX29" fmla="*/ 44266 w 5228120"/>
              <a:gd name="connsiteY29" fmla="*/ 4957256 h 4957903"/>
              <a:gd name="connsiteX30" fmla="*/ 19873 w 5228120"/>
              <a:gd name="connsiteY30" fmla="*/ 4940773 h 4957903"/>
              <a:gd name="connsiteX31" fmla="*/ 19873 w 5228120"/>
              <a:gd name="connsiteY31" fmla="*/ 4191718 h 4957903"/>
              <a:gd name="connsiteX32" fmla="*/ 13009 w 5228120"/>
              <a:gd name="connsiteY32" fmla="*/ 4167267 h 4957903"/>
              <a:gd name="connsiteX33" fmla="*/ 19873 w 5228120"/>
              <a:gd name="connsiteY33" fmla="*/ 4142119 h 4957903"/>
              <a:gd name="connsiteX34" fmla="*/ 19873 w 5228120"/>
              <a:gd name="connsiteY34" fmla="*/ 3806985 h 4957903"/>
              <a:gd name="connsiteX35" fmla="*/ 19873 w 5228120"/>
              <a:gd name="connsiteY35" fmla="*/ 3762500 h 4957903"/>
              <a:gd name="connsiteX36" fmla="*/ 12558 w 5228120"/>
              <a:gd name="connsiteY36" fmla="*/ 3737654 h 4957903"/>
              <a:gd name="connsiteX37" fmla="*/ 4175 w 5228120"/>
              <a:gd name="connsiteY37" fmla="*/ 3712250 h 4957903"/>
              <a:gd name="connsiteX38" fmla="*/ 560 w 5228120"/>
              <a:gd name="connsiteY38" fmla="*/ 3687770 h 4957903"/>
              <a:gd name="connsiteX39" fmla="*/ 0 w 5228120"/>
              <a:gd name="connsiteY39" fmla="*/ 3668924 h 4957903"/>
              <a:gd name="connsiteX0" fmla="*/ 0 w 5228120"/>
              <a:gd name="connsiteY0" fmla="*/ 3668924 h 4957903"/>
              <a:gd name="connsiteX1" fmla="*/ 4948 w 5228120"/>
              <a:gd name="connsiteY1" fmla="*/ 3649181 h 4957903"/>
              <a:gd name="connsiteX2" fmla="*/ 2889 w 5228120"/>
              <a:gd name="connsiteY2" fmla="*/ 3635853 h 4957903"/>
              <a:gd name="connsiteX3" fmla="*/ 8191 w 5228120"/>
              <a:gd name="connsiteY3" fmla="*/ 3611031 h 4957903"/>
              <a:gd name="connsiteX4" fmla="*/ 13074 w 5228120"/>
              <a:gd name="connsiteY4" fmla="*/ 3574720 h 4957903"/>
              <a:gd name="connsiteX5" fmla="*/ 18280 w 5228120"/>
              <a:gd name="connsiteY5" fmla="*/ 3549725 h 4957903"/>
              <a:gd name="connsiteX6" fmla="*/ 19873 w 5228120"/>
              <a:gd name="connsiteY6" fmla="*/ 3544905 h 4957903"/>
              <a:gd name="connsiteX7" fmla="*/ 19873 w 5228120"/>
              <a:gd name="connsiteY7" fmla="*/ 3381346 h 4957903"/>
              <a:gd name="connsiteX8" fmla="*/ 18092 w 5228120"/>
              <a:gd name="connsiteY8" fmla="*/ 3369281 h 4957903"/>
              <a:gd name="connsiteX9" fmla="*/ 19873 w 5228120"/>
              <a:gd name="connsiteY9" fmla="*/ 3328576 h 4957903"/>
              <a:gd name="connsiteX10" fmla="*/ 17446 w 5228120"/>
              <a:gd name="connsiteY10" fmla="*/ 3322665 h 4957903"/>
              <a:gd name="connsiteX11" fmla="*/ 19873 w 5228120"/>
              <a:gd name="connsiteY11" fmla="*/ 3282869 h 4957903"/>
              <a:gd name="connsiteX12" fmla="*/ 17812 w 5228120"/>
              <a:gd name="connsiteY12" fmla="*/ 3239267 h 4957903"/>
              <a:gd name="connsiteX13" fmla="*/ 12273 w 5228120"/>
              <a:gd name="connsiteY13" fmla="*/ 3236011 h 4957903"/>
              <a:gd name="connsiteX14" fmla="*/ 11786 w 5228120"/>
              <a:gd name="connsiteY14" fmla="*/ 3226449 h 4957903"/>
              <a:gd name="connsiteX15" fmla="*/ 11892 w 5228120"/>
              <a:gd name="connsiteY15" fmla="*/ 3211395 h 4957903"/>
              <a:gd name="connsiteX16" fmla="*/ 17706 w 5228120"/>
              <a:gd name="connsiteY16" fmla="*/ 3177674 h 4957903"/>
              <a:gd name="connsiteX17" fmla="*/ 14268 w 5228120"/>
              <a:gd name="connsiteY17" fmla="*/ 18938 h 4957903"/>
              <a:gd name="connsiteX18" fmla="*/ 30700 w 5228120"/>
              <a:gd name="connsiteY18" fmla="*/ 2311 h 4957903"/>
              <a:gd name="connsiteX19" fmla="*/ 44276 w 5228120"/>
              <a:gd name="connsiteY19" fmla="*/ 164 h 4957903"/>
              <a:gd name="connsiteX20" fmla="*/ 3871237 w 5228120"/>
              <a:gd name="connsiteY20" fmla="*/ 0 h 4957903"/>
              <a:gd name="connsiteX21" fmla="*/ 5196316 w 5228120"/>
              <a:gd name="connsiteY21" fmla="*/ 647 h 4957903"/>
              <a:gd name="connsiteX22" fmla="*/ 5224586 w 5228120"/>
              <a:gd name="connsiteY22" fmla="*/ 28919 h 4957903"/>
              <a:gd name="connsiteX23" fmla="*/ 5224586 w 5228120"/>
              <a:gd name="connsiteY23" fmla="*/ 4929710 h 4957903"/>
              <a:gd name="connsiteX24" fmla="*/ 5196315 w 5228120"/>
              <a:gd name="connsiteY24" fmla="*/ 4957902 h 4957903"/>
              <a:gd name="connsiteX25" fmla="*/ 5157924 w 5228120"/>
              <a:gd name="connsiteY25" fmla="*/ 4957902 h 4957903"/>
              <a:gd name="connsiteX26" fmla="*/ 5157922 w 5228120"/>
              <a:gd name="connsiteY26" fmla="*/ 4957903 h 4957903"/>
              <a:gd name="connsiteX27" fmla="*/ 1369345 w 5228120"/>
              <a:gd name="connsiteY27" fmla="*/ 4957903 h 4957903"/>
              <a:gd name="connsiteX28" fmla="*/ 44266 w 5228120"/>
              <a:gd name="connsiteY28" fmla="*/ 4957256 h 4957903"/>
              <a:gd name="connsiteX29" fmla="*/ 19873 w 5228120"/>
              <a:gd name="connsiteY29" fmla="*/ 4940773 h 4957903"/>
              <a:gd name="connsiteX30" fmla="*/ 19873 w 5228120"/>
              <a:gd name="connsiteY30" fmla="*/ 4191718 h 4957903"/>
              <a:gd name="connsiteX31" fmla="*/ 13009 w 5228120"/>
              <a:gd name="connsiteY31" fmla="*/ 4167267 h 4957903"/>
              <a:gd name="connsiteX32" fmla="*/ 19873 w 5228120"/>
              <a:gd name="connsiteY32" fmla="*/ 4142119 h 4957903"/>
              <a:gd name="connsiteX33" fmla="*/ 19873 w 5228120"/>
              <a:gd name="connsiteY33" fmla="*/ 3806985 h 4957903"/>
              <a:gd name="connsiteX34" fmla="*/ 19873 w 5228120"/>
              <a:gd name="connsiteY34" fmla="*/ 3762500 h 4957903"/>
              <a:gd name="connsiteX35" fmla="*/ 12558 w 5228120"/>
              <a:gd name="connsiteY35" fmla="*/ 3737654 h 4957903"/>
              <a:gd name="connsiteX36" fmla="*/ 4175 w 5228120"/>
              <a:gd name="connsiteY36" fmla="*/ 3712250 h 4957903"/>
              <a:gd name="connsiteX37" fmla="*/ 560 w 5228120"/>
              <a:gd name="connsiteY37" fmla="*/ 3687770 h 4957903"/>
              <a:gd name="connsiteX38" fmla="*/ 0 w 5228120"/>
              <a:gd name="connsiteY38" fmla="*/ 3668924 h 4957903"/>
              <a:gd name="connsiteX0" fmla="*/ 0 w 5228120"/>
              <a:gd name="connsiteY0" fmla="*/ 3668760 h 4957739"/>
              <a:gd name="connsiteX1" fmla="*/ 4948 w 5228120"/>
              <a:gd name="connsiteY1" fmla="*/ 3649017 h 4957739"/>
              <a:gd name="connsiteX2" fmla="*/ 2889 w 5228120"/>
              <a:gd name="connsiteY2" fmla="*/ 3635689 h 4957739"/>
              <a:gd name="connsiteX3" fmla="*/ 8191 w 5228120"/>
              <a:gd name="connsiteY3" fmla="*/ 3610867 h 4957739"/>
              <a:gd name="connsiteX4" fmla="*/ 13074 w 5228120"/>
              <a:gd name="connsiteY4" fmla="*/ 3574556 h 4957739"/>
              <a:gd name="connsiteX5" fmla="*/ 18280 w 5228120"/>
              <a:gd name="connsiteY5" fmla="*/ 3549561 h 4957739"/>
              <a:gd name="connsiteX6" fmla="*/ 19873 w 5228120"/>
              <a:gd name="connsiteY6" fmla="*/ 3544741 h 4957739"/>
              <a:gd name="connsiteX7" fmla="*/ 19873 w 5228120"/>
              <a:gd name="connsiteY7" fmla="*/ 3381182 h 4957739"/>
              <a:gd name="connsiteX8" fmla="*/ 18092 w 5228120"/>
              <a:gd name="connsiteY8" fmla="*/ 3369117 h 4957739"/>
              <a:gd name="connsiteX9" fmla="*/ 19873 w 5228120"/>
              <a:gd name="connsiteY9" fmla="*/ 3328412 h 4957739"/>
              <a:gd name="connsiteX10" fmla="*/ 17446 w 5228120"/>
              <a:gd name="connsiteY10" fmla="*/ 3322501 h 4957739"/>
              <a:gd name="connsiteX11" fmla="*/ 19873 w 5228120"/>
              <a:gd name="connsiteY11" fmla="*/ 3282705 h 4957739"/>
              <a:gd name="connsiteX12" fmla="*/ 17812 w 5228120"/>
              <a:gd name="connsiteY12" fmla="*/ 3239103 h 4957739"/>
              <a:gd name="connsiteX13" fmla="*/ 12273 w 5228120"/>
              <a:gd name="connsiteY13" fmla="*/ 3235847 h 4957739"/>
              <a:gd name="connsiteX14" fmla="*/ 11786 w 5228120"/>
              <a:gd name="connsiteY14" fmla="*/ 3226285 h 4957739"/>
              <a:gd name="connsiteX15" fmla="*/ 11892 w 5228120"/>
              <a:gd name="connsiteY15" fmla="*/ 3211231 h 4957739"/>
              <a:gd name="connsiteX16" fmla="*/ 17706 w 5228120"/>
              <a:gd name="connsiteY16" fmla="*/ 3177510 h 4957739"/>
              <a:gd name="connsiteX17" fmla="*/ 14268 w 5228120"/>
              <a:gd name="connsiteY17" fmla="*/ 18774 h 4957739"/>
              <a:gd name="connsiteX18" fmla="*/ 30700 w 5228120"/>
              <a:gd name="connsiteY18" fmla="*/ 2147 h 4957739"/>
              <a:gd name="connsiteX19" fmla="*/ 44276 w 5228120"/>
              <a:gd name="connsiteY19" fmla="*/ 0 h 4957739"/>
              <a:gd name="connsiteX20" fmla="*/ 5196316 w 5228120"/>
              <a:gd name="connsiteY20" fmla="*/ 483 h 4957739"/>
              <a:gd name="connsiteX21" fmla="*/ 5224586 w 5228120"/>
              <a:gd name="connsiteY21" fmla="*/ 28755 h 4957739"/>
              <a:gd name="connsiteX22" fmla="*/ 5224586 w 5228120"/>
              <a:gd name="connsiteY22" fmla="*/ 4929546 h 4957739"/>
              <a:gd name="connsiteX23" fmla="*/ 5196315 w 5228120"/>
              <a:gd name="connsiteY23" fmla="*/ 4957738 h 4957739"/>
              <a:gd name="connsiteX24" fmla="*/ 5157924 w 5228120"/>
              <a:gd name="connsiteY24" fmla="*/ 4957738 h 4957739"/>
              <a:gd name="connsiteX25" fmla="*/ 5157922 w 5228120"/>
              <a:gd name="connsiteY25" fmla="*/ 4957739 h 4957739"/>
              <a:gd name="connsiteX26" fmla="*/ 1369345 w 5228120"/>
              <a:gd name="connsiteY26" fmla="*/ 4957739 h 4957739"/>
              <a:gd name="connsiteX27" fmla="*/ 44266 w 5228120"/>
              <a:gd name="connsiteY27" fmla="*/ 4957092 h 4957739"/>
              <a:gd name="connsiteX28" fmla="*/ 19873 w 5228120"/>
              <a:gd name="connsiteY28" fmla="*/ 4940609 h 4957739"/>
              <a:gd name="connsiteX29" fmla="*/ 19873 w 5228120"/>
              <a:gd name="connsiteY29" fmla="*/ 4191554 h 4957739"/>
              <a:gd name="connsiteX30" fmla="*/ 13009 w 5228120"/>
              <a:gd name="connsiteY30" fmla="*/ 4167103 h 4957739"/>
              <a:gd name="connsiteX31" fmla="*/ 19873 w 5228120"/>
              <a:gd name="connsiteY31" fmla="*/ 4141955 h 4957739"/>
              <a:gd name="connsiteX32" fmla="*/ 19873 w 5228120"/>
              <a:gd name="connsiteY32" fmla="*/ 3806821 h 4957739"/>
              <a:gd name="connsiteX33" fmla="*/ 19873 w 5228120"/>
              <a:gd name="connsiteY33" fmla="*/ 3762336 h 4957739"/>
              <a:gd name="connsiteX34" fmla="*/ 12558 w 5228120"/>
              <a:gd name="connsiteY34" fmla="*/ 3737490 h 4957739"/>
              <a:gd name="connsiteX35" fmla="*/ 4175 w 5228120"/>
              <a:gd name="connsiteY35" fmla="*/ 3712086 h 4957739"/>
              <a:gd name="connsiteX36" fmla="*/ 560 w 5228120"/>
              <a:gd name="connsiteY36" fmla="*/ 3687606 h 4957739"/>
              <a:gd name="connsiteX37" fmla="*/ 0 w 5228120"/>
              <a:gd name="connsiteY37" fmla="*/ 3668760 h 4957739"/>
              <a:gd name="connsiteX0" fmla="*/ 0 w 5228120"/>
              <a:gd name="connsiteY0" fmla="*/ 3668760 h 4957739"/>
              <a:gd name="connsiteX1" fmla="*/ 4948 w 5228120"/>
              <a:gd name="connsiteY1" fmla="*/ 3649017 h 4957739"/>
              <a:gd name="connsiteX2" fmla="*/ 2889 w 5228120"/>
              <a:gd name="connsiteY2" fmla="*/ 3635689 h 4957739"/>
              <a:gd name="connsiteX3" fmla="*/ 8191 w 5228120"/>
              <a:gd name="connsiteY3" fmla="*/ 3610867 h 4957739"/>
              <a:gd name="connsiteX4" fmla="*/ 13074 w 5228120"/>
              <a:gd name="connsiteY4" fmla="*/ 3574556 h 4957739"/>
              <a:gd name="connsiteX5" fmla="*/ 18280 w 5228120"/>
              <a:gd name="connsiteY5" fmla="*/ 3549561 h 4957739"/>
              <a:gd name="connsiteX6" fmla="*/ 19873 w 5228120"/>
              <a:gd name="connsiteY6" fmla="*/ 3544741 h 4957739"/>
              <a:gd name="connsiteX7" fmla="*/ 19873 w 5228120"/>
              <a:gd name="connsiteY7" fmla="*/ 3381182 h 4957739"/>
              <a:gd name="connsiteX8" fmla="*/ 18092 w 5228120"/>
              <a:gd name="connsiteY8" fmla="*/ 3369117 h 4957739"/>
              <a:gd name="connsiteX9" fmla="*/ 19873 w 5228120"/>
              <a:gd name="connsiteY9" fmla="*/ 3328412 h 4957739"/>
              <a:gd name="connsiteX10" fmla="*/ 17446 w 5228120"/>
              <a:gd name="connsiteY10" fmla="*/ 3322501 h 4957739"/>
              <a:gd name="connsiteX11" fmla="*/ 19873 w 5228120"/>
              <a:gd name="connsiteY11" fmla="*/ 3282705 h 4957739"/>
              <a:gd name="connsiteX12" fmla="*/ 17812 w 5228120"/>
              <a:gd name="connsiteY12" fmla="*/ 3239103 h 4957739"/>
              <a:gd name="connsiteX13" fmla="*/ 12273 w 5228120"/>
              <a:gd name="connsiteY13" fmla="*/ 3235847 h 4957739"/>
              <a:gd name="connsiteX14" fmla="*/ 11786 w 5228120"/>
              <a:gd name="connsiteY14" fmla="*/ 3226285 h 4957739"/>
              <a:gd name="connsiteX15" fmla="*/ 11892 w 5228120"/>
              <a:gd name="connsiteY15" fmla="*/ 3211231 h 4957739"/>
              <a:gd name="connsiteX16" fmla="*/ 17706 w 5228120"/>
              <a:gd name="connsiteY16" fmla="*/ 3177510 h 4957739"/>
              <a:gd name="connsiteX17" fmla="*/ 14268 w 5228120"/>
              <a:gd name="connsiteY17" fmla="*/ 18774 h 4957739"/>
              <a:gd name="connsiteX18" fmla="*/ 30700 w 5228120"/>
              <a:gd name="connsiteY18" fmla="*/ 2147 h 4957739"/>
              <a:gd name="connsiteX19" fmla="*/ 44276 w 5228120"/>
              <a:gd name="connsiteY19" fmla="*/ 0 h 4957739"/>
              <a:gd name="connsiteX20" fmla="*/ 5196316 w 5228120"/>
              <a:gd name="connsiteY20" fmla="*/ 483 h 4957739"/>
              <a:gd name="connsiteX21" fmla="*/ 5224586 w 5228120"/>
              <a:gd name="connsiteY21" fmla="*/ 28755 h 4957739"/>
              <a:gd name="connsiteX22" fmla="*/ 5224586 w 5228120"/>
              <a:gd name="connsiteY22" fmla="*/ 4929546 h 4957739"/>
              <a:gd name="connsiteX23" fmla="*/ 5196315 w 5228120"/>
              <a:gd name="connsiteY23" fmla="*/ 4957738 h 4957739"/>
              <a:gd name="connsiteX24" fmla="*/ 5157924 w 5228120"/>
              <a:gd name="connsiteY24" fmla="*/ 4957738 h 4957739"/>
              <a:gd name="connsiteX25" fmla="*/ 5157922 w 5228120"/>
              <a:gd name="connsiteY25" fmla="*/ 4957739 h 4957739"/>
              <a:gd name="connsiteX26" fmla="*/ 44266 w 5228120"/>
              <a:gd name="connsiteY26" fmla="*/ 4957092 h 4957739"/>
              <a:gd name="connsiteX27" fmla="*/ 19873 w 5228120"/>
              <a:gd name="connsiteY27" fmla="*/ 4940609 h 4957739"/>
              <a:gd name="connsiteX28" fmla="*/ 19873 w 5228120"/>
              <a:gd name="connsiteY28" fmla="*/ 4191554 h 4957739"/>
              <a:gd name="connsiteX29" fmla="*/ 13009 w 5228120"/>
              <a:gd name="connsiteY29" fmla="*/ 4167103 h 4957739"/>
              <a:gd name="connsiteX30" fmla="*/ 19873 w 5228120"/>
              <a:gd name="connsiteY30" fmla="*/ 4141955 h 4957739"/>
              <a:gd name="connsiteX31" fmla="*/ 19873 w 5228120"/>
              <a:gd name="connsiteY31" fmla="*/ 3806821 h 4957739"/>
              <a:gd name="connsiteX32" fmla="*/ 19873 w 5228120"/>
              <a:gd name="connsiteY32" fmla="*/ 3762336 h 4957739"/>
              <a:gd name="connsiteX33" fmla="*/ 12558 w 5228120"/>
              <a:gd name="connsiteY33" fmla="*/ 3737490 h 4957739"/>
              <a:gd name="connsiteX34" fmla="*/ 4175 w 5228120"/>
              <a:gd name="connsiteY34" fmla="*/ 3712086 h 4957739"/>
              <a:gd name="connsiteX35" fmla="*/ 560 w 5228120"/>
              <a:gd name="connsiteY35" fmla="*/ 3687606 h 4957739"/>
              <a:gd name="connsiteX36" fmla="*/ 0 w 5228120"/>
              <a:gd name="connsiteY36" fmla="*/ 3668760 h 49577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</a:cxnLst>
            <a:rect l="l" t="t" r="r" b="b"/>
            <a:pathLst>
              <a:path w="5228120" h="4957739">
                <a:moveTo>
                  <a:pt x="0" y="3668760"/>
                </a:moveTo>
                <a:lnTo>
                  <a:pt x="4948" y="3649017"/>
                </a:lnTo>
                <a:cubicBezTo>
                  <a:pt x="5428" y="3643504"/>
                  <a:pt x="2348" y="3642047"/>
                  <a:pt x="2889" y="3635689"/>
                </a:cubicBezTo>
                <a:lnTo>
                  <a:pt x="8191" y="3610867"/>
                </a:lnTo>
                <a:lnTo>
                  <a:pt x="13074" y="3574556"/>
                </a:lnTo>
                <a:lnTo>
                  <a:pt x="18280" y="3549561"/>
                </a:lnTo>
                <a:lnTo>
                  <a:pt x="19873" y="3544741"/>
                </a:lnTo>
                <a:lnTo>
                  <a:pt x="19873" y="3381182"/>
                </a:lnTo>
                <a:lnTo>
                  <a:pt x="18092" y="3369117"/>
                </a:lnTo>
                <a:cubicBezTo>
                  <a:pt x="18686" y="3355549"/>
                  <a:pt x="19279" y="3341980"/>
                  <a:pt x="19873" y="3328412"/>
                </a:cubicBezTo>
                <a:lnTo>
                  <a:pt x="17446" y="3322501"/>
                </a:lnTo>
                <a:lnTo>
                  <a:pt x="19873" y="3282705"/>
                </a:lnTo>
                <a:cubicBezTo>
                  <a:pt x="19530" y="3269526"/>
                  <a:pt x="20072" y="3246690"/>
                  <a:pt x="17812" y="3239103"/>
                </a:cubicBezTo>
                <a:lnTo>
                  <a:pt x="12273" y="3235847"/>
                </a:lnTo>
                <a:cubicBezTo>
                  <a:pt x="12111" y="3232660"/>
                  <a:pt x="11948" y="3229472"/>
                  <a:pt x="11786" y="3226285"/>
                </a:cubicBezTo>
                <a:cubicBezTo>
                  <a:pt x="12210" y="3225585"/>
                  <a:pt x="11857" y="3211799"/>
                  <a:pt x="11892" y="3211231"/>
                </a:cubicBezTo>
                <a:lnTo>
                  <a:pt x="17706" y="3177510"/>
                </a:lnTo>
                <a:lnTo>
                  <a:pt x="14268" y="18774"/>
                </a:lnTo>
                <a:cubicBezTo>
                  <a:pt x="19746" y="9227"/>
                  <a:pt x="21251" y="7690"/>
                  <a:pt x="30700" y="2147"/>
                </a:cubicBezTo>
                <a:lnTo>
                  <a:pt x="44276" y="0"/>
                </a:lnTo>
                <a:lnTo>
                  <a:pt x="5196316" y="483"/>
                </a:lnTo>
                <a:cubicBezTo>
                  <a:pt x="5211913" y="528"/>
                  <a:pt x="5224547" y="13159"/>
                  <a:pt x="5224586" y="28755"/>
                </a:cubicBezTo>
                <a:cubicBezTo>
                  <a:pt x="5229299" y="850266"/>
                  <a:pt x="5229298" y="4108050"/>
                  <a:pt x="5224586" y="4929546"/>
                </a:cubicBezTo>
                <a:cubicBezTo>
                  <a:pt x="5224498" y="4945112"/>
                  <a:pt x="5211880" y="4957697"/>
                  <a:pt x="5196315" y="4957738"/>
                </a:cubicBezTo>
                <a:lnTo>
                  <a:pt x="5157924" y="4957738"/>
                </a:lnTo>
                <a:cubicBezTo>
                  <a:pt x="5157923" y="4957738"/>
                  <a:pt x="5157923" y="4957739"/>
                  <a:pt x="5157922" y="4957739"/>
                </a:cubicBezTo>
                <a:lnTo>
                  <a:pt x="44266" y="4957092"/>
                </a:lnTo>
                <a:cubicBezTo>
                  <a:pt x="30798" y="4957039"/>
                  <a:pt x="19909" y="4949683"/>
                  <a:pt x="19873" y="4940609"/>
                </a:cubicBezTo>
                <a:lnTo>
                  <a:pt x="19873" y="4191554"/>
                </a:lnTo>
                <a:lnTo>
                  <a:pt x="13009" y="4167103"/>
                </a:lnTo>
                <a:cubicBezTo>
                  <a:pt x="13312" y="4153381"/>
                  <a:pt x="17586" y="4150338"/>
                  <a:pt x="19873" y="4141955"/>
                </a:cubicBezTo>
                <a:lnTo>
                  <a:pt x="19873" y="3806821"/>
                </a:lnTo>
                <a:lnTo>
                  <a:pt x="19873" y="3762336"/>
                </a:lnTo>
                <a:lnTo>
                  <a:pt x="12558" y="3737490"/>
                </a:lnTo>
                <a:cubicBezTo>
                  <a:pt x="18407" y="3727494"/>
                  <a:pt x="6970" y="3720184"/>
                  <a:pt x="4175" y="3712086"/>
                </a:cubicBezTo>
                <a:lnTo>
                  <a:pt x="560" y="3687606"/>
                </a:lnTo>
                <a:cubicBezTo>
                  <a:pt x="373" y="3681324"/>
                  <a:pt x="187" y="3675042"/>
                  <a:pt x="0" y="3668760"/>
                </a:cubicBezTo>
                <a:close/>
              </a:path>
            </a:pathLst>
          </a:custGeom>
          <a:solidFill>
            <a:srgbClr val="FFFFFF"/>
          </a:solidFill>
          <a:ln w="9525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pic>
        <p:nvPicPr>
          <p:cNvPr id="6" name="Content Placeholder 5" descr="Alarm clock with solid fill">
            <a:extLst>
              <a:ext uri="{FF2B5EF4-FFF2-40B4-BE49-F238E27FC236}">
                <a16:creationId xmlns:a16="http://schemas.microsoft.com/office/drawing/2014/main" id="{9165BD6A-47E6-598C-DFE4-6A69D310AEA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 rot="21381225">
            <a:off x="1963839" y="894451"/>
            <a:ext cx="3029696" cy="3029696"/>
          </a:xfrm>
          <a:prstGeom prst="rect">
            <a:avLst/>
          </a:prstGeom>
        </p:spPr>
      </p:pic>
      <p:sp>
        <p:nvSpPr>
          <p:cNvPr id="42" name="Freeform: Shape 41">
            <a:extLst>
              <a:ext uri="{FF2B5EF4-FFF2-40B4-BE49-F238E27FC236}">
                <a16:creationId xmlns:a16="http://schemas.microsoft.com/office/drawing/2014/main" id="{165B8C92-2D61-44A2-857C-E6980C2A22E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6658755">
            <a:off x="10976603" y="237613"/>
            <a:ext cx="464589" cy="1772054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5" name="Picture 4" descr="Top view of a wooden block with the number one written on it and the block is on a yellow surface">
            <a:extLst>
              <a:ext uri="{FF2B5EF4-FFF2-40B4-BE49-F238E27FC236}">
                <a16:creationId xmlns:a16="http://schemas.microsoft.com/office/drawing/2014/main" id="{FB0ECD30-67D4-0292-995F-2D93327864F0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l="16795" r="14531" b="1"/>
          <a:stretch>
            <a:fillRect/>
          </a:stretch>
        </p:blipFill>
        <p:spPr>
          <a:xfrm rot="177464">
            <a:off x="7143905" y="1288074"/>
            <a:ext cx="3115784" cy="3028461"/>
          </a:xfrm>
          <a:prstGeom prst="rect">
            <a:avLst/>
          </a:prstGeom>
        </p:spPr>
      </p:pic>
      <p:grpSp>
        <p:nvGrpSpPr>
          <p:cNvPr id="44" name="Group 43">
            <a:extLst>
              <a:ext uri="{FF2B5EF4-FFF2-40B4-BE49-F238E27FC236}">
                <a16:creationId xmlns:a16="http://schemas.microsoft.com/office/drawing/2014/main" id="{631B7FDF-FF70-42C1-8843-C559094686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45" name="Group 44">
              <a:extLst>
                <a:ext uri="{FF2B5EF4-FFF2-40B4-BE49-F238E27FC236}">
                  <a16:creationId xmlns:a16="http://schemas.microsoft.com/office/drawing/2014/main" id="{8B2CDC06-C442-466B-8A76-3D5E1EE54F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47" name="Straight Connector 46">
                <a:extLst>
                  <a:ext uri="{FF2B5EF4-FFF2-40B4-BE49-F238E27FC236}">
                    <a16:creationId xmlns:a16="http://schemas.microsoft.com/office/drawing/2014/main" id="{0C247DEB-8314-4DFE-BAD0-937EDB94DC7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8" name="Straight Connector 47">
                <a:extLst>
                  <a:ext uri="{FF2B5EF4-FFF2-40B4-BE49-F238E27FC236}">
                    <a16:creationId xmlns:a16="http://schemas.microsoft.com/office/drawing/2014/main" id="{E9A1CFE8-45D8-4B4F-BAAC-0F1BFC041B69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46" name="Oval 45">
              <a:extLst>
                <a:ext uri="{FF2B5EF4-FFF2-40B4-BE49-F238E27FC236}">
                  <a16:creationId xmlns:a16="http://schemas.microsoft.com/office/drawing/2014/main" id="{DC334D3F-33A5-415B-A94D-53FDDAA4943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0066307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92CAB0C-70DE-4DC8-BA46-0246B910F68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05BF02D-1786-21F8-514A-E7D12FC426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1341" y="577121"/>
            <a:ext cx="8843854" cy="1365979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This Week: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A68C39-6463-1024-5137-BF66DD483C6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177" y="2302042"/>
            <a:ext cx="6688182" cy="3581400"/>
          </a:xfrm>
        </p:spPr>
        <p:txBody>
          <a:bodyPr vert="horz" lIns="91440" tIns="45720" rIns="91440" bIns="45720" rtlCol="0" anchor="t">
            <a:normAutofit fontScale="92500" lnSpcReduction="10000"/>
          </a:bodyPr>
          <a:lstStyle/>
          <a:p>
            <a:pPr algn="ctr"/>
            <a:r>
              <a:rPr lang="en-US" sz="1800" dirty="0"/>
              <a:t>Nearly all Calendar event type classes are complete</a:t>
            </a:r>
          </a:p>
          <a:p>
            <a:pPr algn="ctr"/>
            <a:r>
              <a:rPr lang="en-US" sz="1800" dirty="0"/>
              <a:t>The schedule class was built and is ready to hold calendar events</a:t>
            </a:r>
          </a:p>
          <a:p>
            <a:pPr algn="ctr"/>
            <a:r>
              <a:rPr lang="en-US" sz="1800" dirty="0"/>
              <a:t>Slight edits to Voice input - ready to give commands to command interpreter module.</a:t>
            </a:r>
          </a:p>
          <a:p>
            <a:pPr algn="ctr"/>
            <a:r>
              <a:rPr lang="en-US" sz="1800" dirty="0"/>
              <a:t>We put the Voice, </a:t>
            </a:r>
            <a:r>
              <a:rPr lang="en-US" sz="1800" dirty="0" err="1"/>
              <a:t>CalendarEvents</a:t>
            </a:r>
            <a:r>
              <a:rPr lang="en-US" sz="1800" dirty="0"/>
              <a:t>, and Schedule classes into their own files to improve structuring and modularity</a:t>
            </a:r>
          </a:p>
          <a:p>
            <a:pPr algn="ctr"/>
            <a:r>
              <a:rPr lang="en-US" sz="1800" dirty="0"/>
              <a:t>Improving the design of the UI, looks much better, but has yet to be implemented</a:t>
            </a:r>
          </a:p>
          <a:p>
            <a:pPr algn="ctr"/>
            <a:endParaRPr lang="en-US" sz="1800" dirty="0"/>
          </a:p>
          <a:p>
            <a:pPr algn="ctr"/>
            <a:endParaRPr lang="en-US" sz="1800" dirty="0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27686979-EF4E-47AD-9ABF-CFD1C5AC27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EB4EAB5A-33BE-44EA-84C8-5446C3225A7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3" name="Straight Connector 12">
                <a:extLst>
                  <a:ext uri="{FF2B5EF4-FFF2-40B4-BE49-F238E27FC236}">
                    <a16:creationId xmlns:a16="http://schemas.microsoft.com/office/drawing/2014/main" id="{A7AA46DE-C3A7-41A3-BF3B-358FB3EF6198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1D4426D2-7B82-4A15-A406-9CA7655EBC62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2" name="Oval 11">
              <a:extLst>
                <a:ext uri="{FF2B5EF4-FFF2-40B4-BE49-F238E27FC236}">
                  <a16:creationId xmlns:a16="http://schemas.microsoft.com/office/drawing/2014/main" id="{5C91F0D9-BE92-48CA-875E-CEC979B4B29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354948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17C3D-DC88-D78F-CED5-C55EF52569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Calendar event classes</a:t>
            </a:r>
            <a:endParaRPr lang="en-US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E9B9705-9A2B-8454-8872-FC7309D6377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88428516"/>
              </p:ext>
            </p:extLst>
          </p:nvPr>
        </p:nvGraphicFramePr>
        <p:xfrm>
          <a:off x="1219200" y="2318032"/>
          <a:ext cx="9493250" cy="38541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5961847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A1BBCB0E-D444-4662-99B6-968FADD9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E511074-E354-B751-1B21-44E10118E5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>
            <a:normAutofit/>
          </a:bodyPr>
          <a:lstStyle/>
          <a:p>
            <a:pPr algn="ctr"/>
            <a:r>
              <a:rPr lang="en-US" dirty="0"/>
              <a:t>Challenges and solutions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FABCF46B-3163-4E66-9BB3-AAC99979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DFFABCCE-353C-4DF3-82A1-0A3254A68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D69B21E5-8A56-4BB0-A2F9-E1D18D1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F2E0FB7C-6BC0-4404-BBCB-6DD5D28DCA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3" name="Oval 12">
              <a:extLst>
                <a:ext uri="{FF2B5EF4-FFF2-40B4-BE49-F238E27FC236}">
                  <a16:creationId xmlns:a16="http://schemas.microsoft.com/office/drawing/2014/main" id="{0FCD1BD2-FA34-4758-A9C5-6723ACAD7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54BBBD9-8322-A65E-381E-DE079DC255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18032"/>
            <a:ext cx="4555958" cy="3854167"/>
          </a:xfrm>
        </p:spPr>
        <p:txBody>
          <a:bodyPr vert="horz" lIns="91440" tIns="45720" rIns="91440" bIns="45720" rtlCol="0" anchor="t">
            <a:normAutofit/>
          </a:bodyPr>
          <a:lstStyle/>
          <a:p>
            <a:pPr marL="0" indent="0">
              <a:buNone/>
            </a:pPr>
            <a:r>
              <a:rPr lang="en-US" sz="1800"/>
              <a:t>Challenges:</a:t>
            </a:r>
            <a:endParaRPr lang="en-US" sz="1800" dirty="0"/>
          </a:p>
          <a:p>
            <a:pPr marL="342900" indent="-342900">
              <a:buAutoNum type="arabicPeriod"/>
            </a:pPr>
            <a:r>
              <a:rPr lang="en-US" sz="1800" dirty="0"/>
              <a:t>Loading </a:t>
            </a:r>
            <a:r>
              <a:rPr lang="en-US" sz="1800" dirty="0" err="1"/>
              <a:t>kivy</a:t>
            </a:r>
            <a:r>
              <a:rPr lang="en-US" sz="1800" dirty="0"/>
              <a:t> file from source files in a new folder</a:t>
            </a:r>
          </a:p>
          <a:p>
            <a:pPr>
              <a:buAutoNum type="arabicPeriod"/>
            </a:pPr>
            <a:r>
              <a:rPr lang="en-US" sz="1800"/>
              <a:t> Handling changing one instance </a:t>
            </a:r>
            <a:r>
              <a:rPr lang="en-US" sz="1800" dirty="0"/>
              <a:t>of a repeating event and leaving the others unchanged.</a:t>
            </a:r>
          </a:p>
          <a:p>
            <a:pPr>
              <a:buAutoNum type="arabicPeriod"/>
            </a:pPr>
            <a:r>
              <a:rPr lang="en-US" sz="1800" dirty="0"/>
              <a:t> Determine if event in repeat series is last iteratively</a:t>
            </a:r>
          </a:p>
          <a:p>
            <a:pPr>
              <a:buAutoNum type="arabicPeriod"/>
            </a:pPr>
            <a:endParaRPr lang="en-US" sz="1800" dirty="0"/>
          </a:p>
          <a:p>
            <a:pPr>
              <a:buAutoNum type="arabicPeriod"/>
            </a:pPr>
            <a:endParaRPr lang="en-US" sz="18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29F8835-9EFB-B113-AE2A-E0A5EF4033CC}"/>
              </a:ext>
            </a:extLst>
          </p:cNvPr>
          <p:cNvSpPr txBox="1"/>
          <p:nvPr/>
        </p:nvSpPr>
        <p:spPr>
          <a:xfrm>
            <a:off x="6096000" y="2222782"/>
            <a:ext cx="5422232" cy="2862322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r>
              <a:rPr lang="en-US"/>
              <a:t>Solutions:</a:t>
            </a:r>
            <a:endParaRPr lang="en-US" dirty="0"/>
          </a:p>
          <a:p>
            <a:endParaRPr lang="en-US" dirty="0"/>
          </a:p>
          <a:p>
            <a:pPr marL="342900" indent="-342900">
              <a:buAutoNum type="arabicPeriod"/>
            </a:pPr>
            <a:r>
              <a:rPr lang="en-US" dirty="0"/>
              <a:t>Used </a:t>
            </a:r>
            <a:r>
              <a:rPr lang="en-US" dirty="0" err="1"/>
              <a:t>kivy</a:t>
            </a:r>
            <a:r>
              <a:rPr lang="en-US" dirty="0"/>
              <a:t> Builder library so we could include the .</a:t>
            </a:r>
            <a:r>
              <a:rPr lang="en-US" dirty="0" err="1"/>
              <a:t>kv</a:t>
            </a:r>
            <a:r>
              <a:rPr lang="en-US" dirty="0"/>
              <a:t> file path to locate the file even in another folder</a:t>
            </a:r>
            <a:endParaRPr lang="en-US"/>
          </a:p>
          <a:p>
            <a:pPr marL="285750" indent="-285750">
              <a:buAutoNum type="arabicPeriod"/>
            </a:pPr>
            <a:endParaRPr lang="en-US" dirty="0"/>
          </a:p>
          <a:p>
            <a:pPr marL="285750" indent="-285750">
              <a:buAutoNum type="arabicPeriod"/>
            </a:pPr>
            <a:r>
              <a:rPr lang="en-US" dirty="0"/>
              <a:t>No solution yet</a:t>
            </a:r>
          </a:p>
          <a:p>
            <a:pPr marL="285750" indent="-285750">
              <a:buAutoNum type="arabicPeriod"/>
            </a:pPr>
            <a:r>
              <a:rPr lang="en-US"/>
              <a:t>Add original event date for `NUM_TIMES` type repeating events alongside the actual number of times to repeat</a:t>
            </a:r>
          </a:p>
        </p:txBody>
      </p:sp>
    </p:spTree>
    <p:extLst>
      <p:ext uri="{BB962C8B-B14F-4D97-AF65-F5344CB8AC3E}">
        <p14:creationId xmlns:p14="http://schemas.microsoft.com/office/powerpoint/2010/main" val="24401173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A1BBCB0E-D444-4662-99B6-968FADD997A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E84D5B1-A123-4039-AB25-D807F21A5F1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200" y="365125"/>
            <a:ext cx="9493249" cy="1577975"/>
          </a:xfrm>
        </p:spPr>
        <p:txBody>
          <a:bodyPr>
            <a:normAutofit/>
          </a:bodyPr>
          <a:lstStyle/>
          <a:p>
            <a:r>
              <a:rPr lang="en-US"/>
              <a:t>Gantt chart</a:t>
            </a:r>
          </a:p>
        </p:txBody>
      </p:sp>
      <p:grpSp>
        <p:nvGrpSpPr>
          <p:cNvPr id="13" name="Group 12">
            <a:extLst>
              <a:ext uri="{FF2B5EF4-FFF2-40B4-BE49-F238E27FC236}">
                <a16:creationId xmlns:a16="http://schemas.microsoft.com/office/drawing/2014/main" id="{FABCF46B-3163-4E66-9BB3-AAC999794E5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DFFABCCE-353C-4DF3-82A1-0A3254A6840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D69B21E5-8A56-4BB0-A2F9-E1D18D1B4D3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F2E0FB7C-6BC0-4404-BBCB-6DD5D28DCA76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5" name="Oval 14">
              <a:extLst>
                <a:ext uri="{FF2B5EF4-FFF2-40B4-BE49-F238E27FC236}">
                  <a16:creationId xmlns:a16="http://schemas.microsoft.com/office/drawing/2014/main" id="{0FCD1BD2-FA34-4758-A9C5-6723ACAD7E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aphicFrame>
        <p:nvGraphicFramePr>
          <p:cNvPr id="6" name="Content Placeholder 2">
            <a:extLst>
              <a:ext uri="{FF2B5EF4-FFF2-40B4-BE49-F238E27FC236}">
                <a16:creationId xmlns:a16="http://schemas.microsoft.com/office/drawing/2014/main" id="{8A634116-A947-3B52-5F70-52F5BB41F808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245325241"/>
              </p:ext>
            </p:extLst>
          </p:nvPr>
        </p:nvGraphicFramePr>
        <p:xfrm>
          <a:off x="1063925" y="2317750"/>
          <a:ext cx="10075651" cy="385445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95803972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7E5C06-D70E-F4D5-7D12-FB0DD445B8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Website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9EC1D2-F76F-6A5B-72DE-661ED79490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/>
              <a:t>We will be storing all our documents, including reports, on this website: </a:t>
            </a:r>
            <a:r>
              <a:rPr lang="en-US" sz="2200">
                <a:ea typeface="+mn-lt"/>
                <a:cs typeface="+mn-lt"/>
                <a:hlinkClick r:id="rId2"/>
              </a:rPr>
              <a:t>https://spersinger.github.io/what-now-website/</a:t>
            </a:r>
            <a:endParaRPr lang="en-US">
              <a:ea typeface="+mn-lt"/>
              <a:cs typeface="+mn-lt"/>
            </a:endParaRPr>
          </a:p>
          <a:p>
            <a:endParaRPr lang="en-US" sz="2200">
              <a:ea typeface="+mn-lt"/>
              <a:cs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81638598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40F9F56E-5A69-4F79-A578-5963B46C14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B93C95D-F311-A390-8288-2B917FA20D9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19199" y="365125"/>
            <a:ext cx="5509684" cy="1578930"/>
          </a:xfrm>
        </p:spPr>
        <p:txBody>
          <a:bodyPr>
            <a:normAutofit/>
          </a:bodyPr>
          <a:lstStyle/>
          <a:p>
            <a:r>
              <a:rPr lang="en-US"/>
              <a:t>Next Steps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A4C773-DE22-DF56-5600-5FCBDDA14B5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19200" y="2331288"/>
            <a:ext cx="5509684" cy="384091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This week we will continue working on implementing the Schedule and the </a:t>
            </a:r>
            <a:r>
              <a:rPr lang="en-US" dirty="0" err="1"/>
              <a:t>CommandInterpreter</a:t>
            </a:r>
            <a:r>
              <a:rPr lang="en-US" dirty="0"/>
              <a:t> classes.</a:t>
            </a:r>
          </a:p>
          <a:p>
            <a:r>
              <a:rPr lang="en-US" dirty="0"/>
              <a:t>We will start storing </a:t>
            </a:r>
            <a:r>
              <a:rPr lang="en-US" dirty="0" err="1"/>
              <a:t>CalendarEvents</a:t>
            </a:r>
            <a:r>
              <a:rPr lang="en-US" dirty="0"/>
              <a:t> in the Schedule class</a:t>
            </a:r>
          </a:p>
          <a:p>
            <a:r>
              <a:rPr lang="en-US"/>
              <a:t>Get </a:t>
            </a:r>
            <a:r>
              <a:rPr lang="en-US" dirty="0"/>
              <a:t>the Command interpreter to create, edit, and remove events based on the </a:t>
            </a:r>
            <a:r>
              <a:rPr lang="en-US"/>
              <a:t>voice input.</a:t>
            </a:r>
          </a:p>
          <a:p>
            <a:r>
              <a:rPr lang="en-US" dirty="0"/>
              <a:t>Continue enhancing the UI design to better the users experience.</a:t>
            </a:r>
          </a:p>
        </p:txBody>
      </p:sp>
      <p:sp>
        <p:nvSpPr>
          <p:cNvPr id="12" name="Rectangle 13">
            <a:extLst>
              <a:ext uri="{FF2B5EF4-FFF2-40B4-BE49-F238E27FC236}">
                <a16:creationId xmlns:a16="http://schemas.microsoft.com/office/drawing/2014/main" id="{E99323BC-1B70-447E-A2E4-BD7851671A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4245">
            <a:off x="7357309" y="579304"/>
            <a:ext cx="4207231" cy="5687459"/>
          </a:xfrm>
          <a:custGeom>
            <a:avLst/>
            <a:gdLst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0 w 4212976"/>
              <a:gd name="connsiteY3" fmla="*/ 5687201 h 5687201"/>
              <a:gd name="connsiteX4" fmla="*/ 0 w 4212976"/>
              <a:gd name="connsiteY4" fmla="*/ 0 h 5687201"/>
              <a:gd name="connsiteX0" fmla="*/ 0 w 4212976"/>
              <a:gd name="connsiteY0" fmla="*/ 0 h 5687201"/>
              <a:gd name="connsiteX1" fmla="*/ 4212976 w 4212976"/>
              <a:gd name="connsiteY1" fmla="*/ 0 h 5687201"/>
              <a:gd name="connsiteX2" fmla="*/ 4212976 w 4212976"/>
              <a:gd name="connsiteY2" fmla="*/ 5687201 h 5687201"/>
              <a:gd name="connsiteX3" fmla="*/ 22981 w 4212976"/>
              <a:gd name="connsiteY3" fmla="*/ 5686169 h 5687201"/>
              <a:gd name="connsiteX4" fmla="*/ 0 w 4212976"/>
              <a:gd name="connsiteY4" fmla="*/ 0 h 5687201"/>
              <a:gd name="connsiteX0" fmla="*/ 0 w 4207231"/>
              <a:gd name="connsiteY0" fmla="*/ 0 h 5687459"/>
              <a:gd name="connsiteX1" fmla="*/ 4207231 w 4207231"/>
              <a:gd name="connsiteY1" fmla="*/ 258 h 5687459"/>
              <a:gd name="connsiteX2" fmla="*/ 4207231 w 4207231"/>
              <a:gd name="connsiteY2" fmla="*/ 5687459 h 5687459"/>
              <a:gd name="connsiteX3" fmla="*/ 17236 w 4207231"/>
              <a:gd name="connsiteY3" fmla="*/ 5686427 h 5687459"/>
              <a:gd name="connsiteX4" fmla="*/ 0 w 4207231"/>
              <a:gd name="connsiteY4" fmla="*/ 0 h 568745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4207231" h="5687459">
                <a:moveTo>
                  <a:pt x="0" y="0"/>
                </a:moveTo>
                <a:lnTo>
                  <a:pt x="4207231" y="258"/>
                </a:lnTo>
                <a:lnTo>
                  <a:pt x="4207231" y="5687459"/>
                </a:lnTo>
                <a:lnTo>
                  <a:pt x="17236" y="5686427"/>
                </a:lnTo>
                <a:cubicBezTo>
                  <a:pt x="9576" y="3791037"/>
                  <a:pt x="7660" y="1895390"/>
                  <a:pt x="0" y="0"/>
                </a:cubicBezTo>
                <a:close/>
              </a:path>
            </a:pathLst>
          </a:custGeom>
          <a:solidFill>
            <a:schemeClr val="tx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1FFF5263-8C19-4573-8C94-FC74D1ED10D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1561469">
            <a:off x="7347250" y="569415"/>
            <a:ext cx="4259614" cy="5705181"/>
          </a:xfrm>
          <a:custGeom>
            <a:avLst/>
            <a:gdLst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0 w 4662328"/>
              <a:gd name="connsiteY84" fmla="*/ 3811601 h 5549975"/>
              <a:gd name="connsiteX85" fmla="*/ 110031 w 4662328"/>
              <a:gd name="connsiteY85" fmla="*/ 3811601 h 5549975"/>
              <a:gd name="connsiteX0" fmla="*/ 412307 w 4662328"/>
              <a:gd name="connsiteY0" fmla="*/ 0 h 5549975"/>
              <a:gd name="connsiteX1" fmla="*/ 3414493 w 4662328"/>
              <a:gd name="connsiteY1" fmla="*/ 171842 h 5549975"/>
              <a:gd name="connsiteX2" fmla="*/ 4243304 w 4662328"/>
              <a:gd name="connsiteY2" fmla="*/ 226950 h 5549975"/>
              <a:gd name="connsiteX3" fmla="*/ 4616498 w 4662328"/>
              <a:gd name="connsiteY3" fmla="*/ 247374 h 5549975"/>
              <a:gd name="connsiteX4" fmla="*/ 4644377 w 4662328"/>
              <a:gd name="connsiteY4" fmla="*/ 269179 h 5549975"/>
              <a:gd name="connsiteX5" fmla="*/ 4642603 w 4662328"/>
              <a:gd name="connsiteY5" fmla="*/ 300930 h 5549975"/>
              <a:gd name="connsiteX6" fmla="*/ 4645525 w 4662328"/>
              <a:gd name="connsiteY6" fmla="*/ 302647 h 5549975"/>
              <a:gd name="connsiteX7" fmla="*/ 4661951 w 4662328"/>
              <a:gd name="connsiteY7" fmla="*/ 334222 h 5549975"/>
              <a:gd name="connsiteX8" fmla="*/ 4639690 w 4662328"/>
              <a:gd name="connsiteY8" fmla="*/ 391868 h 5549975"/>
              <a:gd name="connsiteX9" fmla="*/ 4636202 w 4662328"/>
              <a:gd name="connsiteY9" fmla="*/ 415489 h 5549975"/>
              <a:gd name="connsiteX10" fmla="*/ 4631097 w 4662328"/>
              <a:gd name="connsiteY10" fmla="*/ 506828 h 5549975"/>
              <a:gd name="connsiteX11" fmla="*/ 4630447 w 4662328"/>
              <a:gd name="connsiteY11" fmla="*/ 553245 h 5549975"/>
              <a:gd name="connsiteX12" fmla="*/ 4627348 w 4662328"/>
              <a:gd name="connsiteY12" fmla="*/ 581709 h 5549975"/>
              <a:gd name="connsiteX13" fmla="*/ 4626679 w 4662328"/>
              <a:gd name="connsiteY13" fmla="*/ 585890 h 5549975"/>
              <a:gd name="connsiteX14" fmla="*/ 4613742 w 4662328"/>
              <a:gd name="connsiteY14" fmla="*/ 817404 h 5549975"/>
              <a:gd name="connsiteX15" fmla="*/ 4615455 w 4662328"/>
              <a:gd name="connsiteY15" fmla="*/ 822238 h 5549975"/>
              <a:gd name="connsiteX16" fmla="*/ 4613304 w 4662328"/>
              <a:gd name="connsiteY16" fmla="*/ 846069 h 5549975"/>
              <a:gd name="connsiteX17" fmla="*/ 4611704 w 4662328"/>
              <a:gd name="connsiteY17" fmla="*/ 853854 h 5549975"/>
              <a:gd name="connsiteX18" fmla="*/ 4605466 w 4662328"/>
              <a:gd name="connsiteY18" fmla="*/ 965485 h 5549975"/>
              <a:gd name="connsiteX19" fmla="*/ 4607543 w 4662328"/>
              <a:gd name="connsiteY19" fmla="*/ 966385 h 5549975"/>
              <a:gd name="connsiteX20" fmla="*/ 4611662 w 4662328"/>
              <a:gd name="connsiteY20" fmla="*/ 1002567 h 5549975"/>
              <a:gd name="connsiteX21" fmla="*/ 4606864 w 4662328"/>
              <a:gd name="connsiteY21" fmla="*/ 1101094 h 5549975"/>
              <a:gd name="connsiteX22" fmla="*/ 4606759 w 4662328"/>
              <a:gd name="connsiteY22" fmla="*/ 1159389 h 5549975"/>
              <a:gd name="connsiteX23" fmla="*/ 4611062 w 4662328"/>
              <a:gd name="connsiteY23" fmla="*/ 1180505 h 5549975"/>
              <a:gd name="connsiteX24" fmla="*/ 4614152 w 4662328"/>
              <a:gd name="connsiteY24" fmla="*/ 1210687 h 5549975"/>
              <a:gd name="connsiteX25" fmla="*/ 4622969 w 4662328"/>
              <a:gd name="connsiteY25" fmla="*/ 1263157 h 5549975"/>
              <a:gd name="connsiteX26" fmla="*/ 4625246 w 4662328"/>
              <a:gd name="connsiteY26" fmla="*/ 1313374 h 5549975"/>
              <a:gd name="connsiteX27" fmla="*/ 4624366 w 4662328"/>
              <a:gd name="connsiteY27" fmla="*/ 1347004 h 5549975"/>
              <a:gd name="connsiteX28" fmla="*/ 4623903 w 4662328"/>
              <a:gd name="connsiteY28" fmla="*/ 1351864 h 5549975"/>
              <a:gd name="connsiteX29" fmla="*/ 4614784 w 4662328"/>
              <a:gd name="connsiteY29" fmla="*/ 1391762 h 5549975"/>
              <a:gd name="connsiteX30" fmla="*/ 4618048 w 4662328"/>
              <a:gd name="connsiteY30" fmla="*/ 1395707 h 5549975"/>
              <a:gd name="connsiteX31" fmla="*/ 4620890 w 4662328"/>
              <a:gd name="connsiteY31" fmla="*/ 1408524 h 5549975"/>
              <a:gd name="connsiteX32" fmla="*/ 4616149 w 4662328"/>
              <a:gd name="connsiteY32" fmla="*/ 1419109 h 5549975"/>
              <a:gd name="connsiteX33" fmla="*/ 4605965 w 4662328"/>
              <a:gd name="connsiteY33" fmla="*/ 1469337 h 5549975"/>
              <a:gd name="connsiteX34" fmla="*/ 4595068 w 4662328"/>
              <a:gd name="connsiteY34" fmla="*/ 1543038 h 5549975"/>
              <a:gd name="connsiteX35" fmla="*/ 4590187 w 4662328"/>
              <a:gd name="connsiteY35" fmla="*/ 1553997 h 5549975"/>
              <a:gd name="connsiteX36" fmla="*/ 4575759 w 4662328"/>
              <a:gd name="connsiteY36" fmla="*/ 1626071 h 5549975"/>
              <a:gd name="connsiteX37" fmla="*/ 4572044 w 4662328"/>
              <a:gd name="connsiteY37" fmla="*/ 1664103 h 5549975"/>
              <a:gd name="connsiteX38" fmla="*/ 4575704 w 4662328"/>
              <a:gd name="connsiteY38" fmla="*/ 1668558 h 5549975"/>
              <a:gd name="connsiteX39" fmla="*/ 4574054 w 4662328"/>
              <a:gd name="connsiteY39" fmla="*/ 1679756 h 5549975"/>
              <a:gd name="connsiteX40" fmla="*/ 4574466 w 4662328"/>
              <a:gd name="connsiteY40" fmla="*/ 1682815 h 5549975"/>
              <a:gd name="connsiteX41" fmla="*/ 4575977 w 4662328"/>
              <a:gd name="connsiteY41" fmla="*/ 1700268 h 5549975"/>
              <a:gd name="connsiteX42" fmla="*/ 4564507 w 4662328"/>
              <a:gd name="connsiteY42" fmla="*/ 1735163 h 5549975"/>
              <a:gd name="connsiteX43" fmla="*/ 4562447 w 4662328"/>
              <a:gd name="connsiteY43" fmla="*/ 1735289 h 5549975"/>
              <a:gd name="connsiteX44" fmla="*/ 4553949 w 4662328"/>
              <a:gd name="connsiteY44" fmla="*/ 1887374 h 5549975"/>
              <a:gd name="connsiteX45" fmla="*/ 4562640 w 4662328"/>
              <a:gd name="connsiteY45" fmla="*/ 1911536 h 5549975"/>
              <a:gd name="connsiteX46" fmla="*/ 4564918 w 4662328"/>
              <a:gd name="connsiteY46" fmla="*/ 1961755 h 5549975"/>
              <a:gd name="connsiteX47" fmla="*/ 4564037 w 4662328"/>
              <a:gd name="connsiteY47" fmla="*/ 1995384 h 5549975"/>
              <a:gd name="connsiteX48" fmla="*/ 4563575 w 4662328"/>
              <a:gd name="connsiteY48" fmla="*/ 2000244 h 5549975"/>
              <a:gd name="connsiteX49" fmla="*/ 4554455 w 4662328"/>
              <a:gd name="connsiteY49" fmla="*/ 2040142 h 5549975"/>
              <a:gd name="connsiteX50" fmla="*/ 4557720 w 4662328"/>
              <a:gd name="connsiteY50" fmla="*/ 2044087 h 5549975"/>
              <a:gd name="connsiteX51" fmla="*/ 4560561 w 4662328"/>
              <a:gd name="connsiteY51" fmla="*/ 2056904 h 5549975"/>
              <a:gd name="connsiteX52" fmla="*/ 4555820 w 4662328"/>
              <a:gd name="connsiteY52" fmla="*/ 2067489 h 5549975"/>
              <a:gd name="connsiteX53" fmla="*/ 4545636 w 4662328"/>
              <a:gd name="connsiteY53" fmla="*/ 2117719 h 5549975"/>
              <a:gd name="connsiteX54" fmla="*/ 4538305 w 4662328"/>
              <a:gd name="connsiteY54" fmla="*/ 2167300 h 5549975"/>
              <a:gd name="connsiteX55" fmla="*/ 4482222 w 4662328"/>
              <a:gd name="connsiteY55" fmla="*/ 3223633 h 5549975"/>
              <a:gd name="connsiteX56" fmla="*/ 4469436 w 4662328"/>
              <a:gd name="connsiteY56" fmla="*/ 3477281 h 5549975"/>
              <a:gd name="connsiteX57" fmla="*/ 4458351 w 4662328"/>
              <a:gd name="connsiteY57" fmla="*/ 3639984 h 5549975"/>
              <a:gd name="connsiteX58" fmla="*/ 4367590 w 4662328"/>
              <a:gd name="connsiteY58" fmla="*/ 5278921 h 5549975"/>
              <a:gd name="connsiteX59" fmla="*/ 4372888 w 4662328"/>
              <a:gd name="connsiteY59" fmla="*/ 5315626 h 5549975"/>
              <a:gd name="connsiteX60" fmla="*/ 4376422 w 4662328"/>
              <a:gd name="connsiteY60" fmla="*/ 5350090 h 5549975"/>
              <a:gd name="connsiteX61" fmla="*/ 4379254 w 4662328"/>
              <a:gd name="connsiteY61" fmla="*/ 5450399 h 5549975"/>
              <a:gd name="connsiteX62" fmla="*/ 4360697 w 4662328"/>
              <a:gd name="connsiteY62" fmla="*/ 5484804 h 5549975"/>
              <a:gd name="connsiteX63" fmla="*/ 4356045 w 4662328"/>
              <a:gd name="connsiteY63" fmla="*/ 5487504 h 5549975"/>
              <a:gd name="connsiteX64" fmla="*/ 4352588 w 4662328"/>
              <a:gd name="connsiteY64" fmla="*/ 5549951 h 5549975"/>
              <a:gd name="connsiteX65" fmla="*/ 121904 w 4662328"/>
              <a:gd name="connsiteY65" fmla="*/ 5314089 h 5549975"/>
              <a:gd name="connsiteX66" fmla="*/ 125710 w 4662328"/>
              <a:gd name="connsiteY66" fmla="*/ 5243704 h 5549975"/>
              <a:gd name="connsiteX67" fmla="*/ 113205 w 4662328"/>
              <a:gd name="connsiteY67" fmla="*/ 5239903 h 5549975"/>
              <a:gd name="connsiteX68" fmla="*/ 117425 w 4662328"/>
              <a:gd name="connsiteY68" fmla="*/ 5233298 h 5549975"/>
              <a:gd name="connsiteX69" fmla="*/ 117694 w 4662328"/>
              <a:gd name="connsiteY69" fmla="*/ 5230552 h 5549975"/>
              <a:gd name="connsiteX70" fmla="*/ 117964 w 4662328"/>
              <a:gd name="connsiteY70" fmla="*/ 5227804 h 5549975"/>
              <a:gd name="connsiteX71" fmla="*/ 118501 w 4662328"/>
              <a:gd name="connsiteY71" fmla="*/ 5222308 h 5549975"/>
              <a:gd name="connsiteX72" fmla="*/ 118186 w 4662328"/>
              <a:gd name="connsiteY72" fmla="*/ 5216405 h 5549975"/>
              <a:gd name="connsiteX73" fmla="*/ 117602 w 4662328"/>
              <a:gd name="connsiteY73" fmla="*/ 5213249 h 5549975"/>
              <a:gd name="connsiteX74" fmla="*/ 117871 w 4662328"/>
              <a:gd name="connsiteY74" fmla="*/ 5210500 h 5549975"/>
              <a:gd name="connsiteX75" fmla="*/ 117555 w 4662328"/>
              <a:gd name="connsiteY75" fmla="*/ 5204597 h 5549975"/>
              <a:gd name="connsiteX76" fmla="*/ 116972 w 4662328"/>
              <a:gd name="connsiteY76" fmla="*/ 5201441 h 5549975"/>
              <a:gd name="connsiteX77" fmla="*/ 116342 w 4662328"/>
              <a:gd name="connsiteY77" fmla="*/ 5189632 h 5549975"/>
              <a:gd name="connsiteX78" fmla="*/ 115758 w 4662328"/>
              <a:gd name="connsiteY78" fmla="*/ 5186477 h 5549975"/>
              <a:gd name="connsiteX79" fmla="*/ 116026 w 4662328"/>
              <a:gd name="connsiteY79" fmla="*/ 5183728 h 5549975"/>
              <a:gd name="connsiteX80" fmla="*/ 114591 w 4662328"/>
              <a:gd name="connsiteY80" fmla="*/ 5180163 h 5549975"/>
              <a:gd name="connsiteX81" fmla="*/ 131086 w 4662328"/>
              <a:gd name="connsiteY81" fmla="*/ 5144275 h 5549975"/>
              <a:gd name="connsiteX82" fmla="*/ 152522 w 4662328"/>
              <a:gd name="connsiteY82" fmla="*/ 4747825 h 5549975"/>
              <a:gd name="connsiteX83" fmla="*/ 0 w 4662328"/>
              <a:gd name="connsiteY83" fmla="*/ 4747825 h 5549975"/>
              <a:gd name="connsiteX84" fmla="*/ 110031 w 4662328"/>
              <a:gd name="connsiteY84" fmla="*/ 3811601 h 5549975"/>
              <a:gd name="connsiteX85" fmla="*/ 412307 w 4662328"/>
              <a:gd name="connsiteY85" fmla="*/ 0 h 5549975"/>
              <a:gd name="connsiteX0" fmla="*/ 302276 w 4552297"/>
              <a:gd name="connsiteY0" fmla="*/ 0 h 5549975"/>
              <a:gd name="connsiteX1" fmla="*/ 3304462 w 4552297"/>
              <a:gd name="connsiteY1" fmla="*/ 171842 h 5549975"/>
              <a:gd name="connsiteX2" fmla="*/ 4133273 w 4552297"/>
              <a:gd name="connsiteY2" fmla="*/ 226950 h 5549975"/>
              <a:gd name="connsiteX3" fmla="*/ 4506467 w 4552297"/>
              <a:gd name="connsiteY3" fmla="*/ 247374 h 5549975"/>
              <a:gd name="connsiteX4" fmla="*/ 4534346 w 4552297"/>
              <a:gd name="connsiteY4" fmla="*/ 269179 h 5549975"/>
              <a:gd name="connsiteX5" fmla="*/ 4532572 w 4552297"/>
              <a:gd name="connsiteY5" fmla="*/ 300930 h 5549975"/>
              <a:gd name="connsiteX6" fmla="*/ 4535494 w 4552297"/>
              <a:gd name="connsiteY6" fmla="*/ 302647 h 5549975"/>
              <a:gd name="connsiteX7" fmla="*/ 4551920 w 4552297"/>
              <a:gd name="connsiteY7" fmla="*/ 334222 h 5549975"/>
              <a:gd name="connsiteX8" fmla="*/ 4529659 w 4552297"/>
              <a:gd name="connsiteY8" fmla="*/ 391868 h 5549975"/>
              <a:gd name="connsiteX9" fmla="*/ 4526171 w 4552297"/>
              <a:gd name="connsiteY9" fmla="*/ 415489 h 5549975"/>
              <a:gd name="connsiteX10" fmla="*/ 4521066 w 4552297"/>
              <a:gd name="connsiteY10" fmla="*/ 506828 h 5549975"/>
              <a:gd name="connsiteX11" fmla="*/ 4520416 w 4552297"/>
              <a:gd name="connsiteY11" fmla="*/ 553245 h 5549975"/>
              <a:gd name="connsiteX12" fmla="*/ 4517317 w 4552297"/>
              <a:gd name="connsiteY12" fmla="*/ 581709 h 5549975"/>
              <a:gd name="connsiteX13" fmla="*/ 4516648 w 4552297"/>
              <a:gd name="connsiteY13" fmla="*/ 585890 h 5549975"/>
              <a:gd name="connsiteX14" fmla="*/ 4503711 w 4552297"/>
              <a:gd name="connsiteY14" fmla="*/ 817404 h 5549975"/>
              <a:gd name="connsiteX15" fmla="*/ 4505424 w 4552297"/>
              <a:gd name="connsiteY15" fmla="*/ 822238 h 5549975"/>
              <a:gd name="connsiteX16" fmla="*/ 4503273 w 4552297"/>
              <a:gd name="connsiteY16" fmla="*/ 846069 h 5549975"/>
              <a:gd name="connsiteX17" fmla="*/ 4501673 w 4552297"/>
              <a:gd name="connsiteY17" fmla="*/ 853854 h 5549975"/>
              <a:gd name="connsiteX18" fmla="*/ 4495435 w 4552297"/>
              <a:gd name="connsiteY18" fmla="*/ 965485 h 5549975"/>
              <a:gd name="connsiteX19" fmla="*/ 4497512 w 4552297"/>
              <a:gd name="connsiteY19" fmla="*/ 966385 h 5549975"/>
              <a:gd name="connsiteX20" fmla="*/ 4501631 w 4552297"/>
              <a:gd name="connsiteY20" fmla="*/ 1002567 h 5549975"/>
              <a:gd name="connsiteX21" fmla="*/ 4496833 w 4552297"/>
              <a:gd name="connsiteY21" fmla="*/ 1101094 h 5549975"/>
              <a:gd name="connsiteX22" fmla="*/ 4496728 w 4552297"/>
              <a:gd name="connsiteY22" fmla="*/ 1159389 h 5549975"/>
              <a:gd name="connsiteX23" fmla="*/ 4501031 w 4552297"/>
              <a:gd name="connsiteY23" fmla="*/ 1180505 h 5549975"/>
              <a:gd name="connsiteX24" fmla="*/ 4504121 w 4552297"/>
              <a:gd name="connsiteY24" fmla="*/ 1210687 h 5549975"/>
              <a:gd name="connsiteX25" fmla="*/ 4512938 w 4552297"/>
              <a:gd name="connsiteY25" fmla="*/ 1263157 h 5549975"/>
              <a:gd name="connsiteX26" fmla="*/ 4515215 w 4552297"/>
              <a:gd name="connsiteY26" fmla="*/ 1313374 h 5549975"/>
              <a:gd name="connsiteX27" fmla="*/ 4514335 w 4552297"/>
              <a:gd name="connsiteY27" fmla="*/ 1347004 h 5549975"/>
              <a:gd name="connsiteX28" fmla="*/ 4513872 w 4552297"/>
              <a:gd name="connsiteY28" fmla="*/ 1351864 h 5549975"/>
              <a:gd name="connsiteX29" fmla="*/ 4504753 w 4552297"/>
              <a:gd name="connsiteY29" fmla="*/ 1391762 h 5549975"/>
              <a:gd name="connsiteX30" fmla="*/ 4508017 w 4552297"/>
              <a:gd name="connsiteY30" fmla="*/ 1395707 h 5549975"/>
              <a:gd name="connsiteX31" fmla="*/ 4510859 w 4552297"/>
              <a:gd name="connsiteY31" fmla="*/ 1408524 h 5549975"/>
              <a:gd name="connsiteX32" fmla="*/ 4506118 w 4552297"/>
              <a:gd name="connsiteY32" fmla="*/ 1419109 h 5549975"/>
              <a:gd name="connsiteX33" fmla="*/ 4495934 w 4552297"/>
              <a:gd name="connsiteY33" fmla="*/ 1469337 h 5549975"/>
              <a:gd name="connsiteX34" fmla="*/ 4485037 w 4552297"/>
              <a:gd name="connsiteY34" fmla="*/ 1543038 h 5549975"/>
              <a:gd name="connsiteX35" fmla="*/ 4480156 w 4552297"/>
              <a:gd name="connsiteY35" fmla="*/ 1553997 h 5549975"/>
              <a:gd name="connsiteX36" fmla="*/ 4465728 w 4552297"/>
              <a:gd name="connsiteY36" fmla="*/ 1626071 h 5549975"/>
              <a:gd name="connsiteX37" fmla="*/ 4462013 w 4552297"/>
              <a:gd name="connsiteY37" fmla="*/ 1664103 h 5549975"/>
              <a:gd name="connsiteX38" fmla="*/ 4465673 w 4552297"/>
              <a:gd name="connsiteY38" fmla="*/ 1668558 h 5549975"/>
              <a:gd name="connsiteX39" fmla="*/ 4464023 w 4552297"/>
              <a:gd name="connsiteY39" fmla="*/ 1679756 h 5549975"/>
              <a:gd name="connsiteX40" fmla="*/ 4464435 w 4552297"/>
              <a:gd name="connsiteY40" fmla="*/ 1682815 h 5549975"/>
              <a:gd name="connsiteX41" fmla="*/ 4465946 w 4552297"/>
              <a:gd name="connsiteY41" fmla="*/ 1700268 h 5549975"/>
              <a:gd name="connsiteX42" fmla="*/ 4454476 w 4552297"/>
              <a:gd name="connsiteY42" fmla="*/ 1735163 h 5549975"/>
              <a:gd name="connsiteX43" fmla="*/ 4452416 w 4552297"/>
              <a:gd name="connsiteY43" fmla="*/ 1735289 h 5549975"/>
              <a:gd name="connsiteX44" fmla="*/ 4443918 w 4552297"/>
              <a:gd name="connsiteY44" fmla="*/ 1887374 h 5549975"/>
              <a:gd name="connsiteX45" fmla="*/ 4452609 w 4552297"/>
              <a:gd name="connsiteY45" fmla="*/ 1911536 h 5549975"/>
              <a:gd name="connsiteX46" fmla="*/ 4454887 w 4552297"/>
              <a:gd name="connsiteY46" fmla="*/ 1961755 h 5549975"/>
              <a:gd name="connsiteX47" fmla="*/ 4454006 w 4552297"/>
              <a:gd name="connsiteY47" fmla="*/ 1995384 h 5549975"/>
              <a:gd name="connsiteX48" fmla="*/ 4453544 w 4552297"/>
              <a:gd name="connsiteY48" fmla="*/ 2000244 h 5549975"/>
              <a:gd name="connsiteX49" fmla="*/ 4444424 w 4552297"/>
              <a:gd name="connsiteY49" fmla="*/ 2040142 h 5549975"/>
              <a:gd name="connsiteX50" fmla="*/ 4447689 w 4552297"/>
              <a:gd name="connsiteY50" fmla="*/ 2044087 h 5549975"/>
              <a:gd name="connsiteX51" fmla="*/ 4450530 w 4552297"/>
              <a:gd name="connsiteY51" fmla="*/ 2056904 h 5549975"/>
              <a:gd name="connsiteX52" fmla="*/ 4445789 w 4552297"/>
              <a:gd name="connsiteY52" fmla="*/ 2067489 h 5549975"/>
              <a:gd name="connsiteX53" fmla="*/ 4435605 w 4552297"/>
              <a:gd name="connsiteY53" fmla="*/ 2117719 h 5549975"/>
              <a:gd name="connsiteX54" fmla="*/ 4428274 w 4552297"/>
              <a:gd name="connsiteY54" fmla="*/ 2167300 h 5549975"/>
              <a:gd name="connsiteX55" fmla="*/ 4372191 w 4552297"/>
              <a:gd name="connsiteY55" fmla="*/ 3223633 h 5549975"/>
              <a:gd name="connsiteX56" fmla="*/ 4359405 w 4552297"/>
              <a:gd name="connsiteY56" fmla="*/ 3477281 h 5549975"/>
              <a:gd name="connsiteX57" fmla="*/ 4348320 w 4552297"/>
              <a:gd name="connsiteY57" fmla="*/ 3639984 h 5549975"/>
              <a:gd name="connsiteX58" fmla="*/ 4257559 w 4552297"/>
              <a:gd name="connsiteY58" fmla="*/ 5278921 h 5549975"/>
              <a:gd name="connsiteX59" fmla="*/ 4262857 w 4552297"/>
              <a:gd name="connsiteY59" fmla="*/ 5315626 h 5549975"/>
              <a:gd name="connsiteX60" fmla="*/ 4266391 w 4552297"/>
              <a:gd name="connsiteY60" fmla="*/ 5350090 h 5549975"/>
              <a:gd name="connsiteX61" fmla="*/ 4269223 w 4552297"/>
              <a:gd name="connsiteY61" fmla="*/ 5450399 h 5549975"/>
              <a:gd name="connsiteX62" fmla="*/ 4250666 w 4552297"/>
              <a:gd name="connsiteY62" fmla="*/ 5484804 h 5549975"/>
              <a:gd name="connsiteX63" fmla="*/ 4246014 w 4552297"/>
              <a:gd name="connsiteY63" fmla="*/ 5487504 h 5549975"/>
              <a:gd name="connsiteX64" fmla="*/ 4242557 w 4552297"/>
              <a:gd name="connsiteY64" fmla="*/ 5549951 h 5549975"/>
              <a:gd name="connsiteX65" fmla="*/ 11873 w 4552297"/>
              <a:gd name="connsiteY65" fmla="*/ 5314089 h 5549975"/>
              <a:gd name="connsiteX66" fmla="*/ 15679 w 4552297"/>
              <a:gd name="connsiteY66" fmla="*/ 5243704 h 5549975"/>
              <a:gd name="connsiteX67" fmla="*/ 3174 w 4552297"/>
              <a:gd name="connsiteY67" fmla="*/ 5239903 h 5549975"/>
              <a:gd name="connsiteX68" fmla="*/ 7394 w 4552297"/>
              <a:gd name="connsiteY68" fmla="*/ 5233298 h 5549975"/>
              <a:gd name="connsiteX69" fmla="*/ 7663 w 4552297"/>
              <a:gd name="connsiteY69" fmla="*/ 5230552 h 5549975"/>
              <a:gd name="connsiteX70" fmla="*/ 7933 w 4552297"/>
              <a:gd name="connsiteY70" fmla="*/ 5227804 h 5549975"/>
              <a:gd name="connsiteX71" fmla="*/ 8470 w 4552297"/>
              <a:gd name="connsiteY71" fmla="*/ 5222308 h 5549975"/>
              <a:gd name="connsiteX72" fmla="*/ 8155 w 4552297"/>
              <a:gd name="connsiteY72" fmla="*/ 5216405 h 5549975"/>
              <a:gd name="connsiteX73" fmla="*/ 7571 w 4552297"/>
              <a:gd name="connsiteY73" fmla="*/ 5213249 h 5549975"/>
              <a:gd name="connsiteX74" fmla="*/ 7840 w 4552297"/>
              <a:gd name="connsiteY74" fmla="*/ 5210500 h 5549975"/>
              <a:gd name="connsiteX75" fmla="*/ 7524 w 4552297"/>
              <a:gd name="connsiteY75" fmla="*/ 5204597 h 5549975"/>
              <a:gd name="connsiteX76" fmla="*/ 6941 w 4552297"/>
              <a:gd name="connsiteY76" fmla="*/ 5201441 h 5549975"/>
              <a:gd name="connsiteX77" fmla="*/ 6311 w 4552297"/>
              <a:gd name="connsiteY77" fmla="*/ 5189632 h 5549975"/>
              <a:gd name="connsiteX78" fmla="*/ 5727 w 4552297"/>
              <a:gd name="connsiteY78" fmla="*/ 5186477 h 5549975"/>
              <a:gd name="connsiteX79" fmla="*/ 5995 w 4552297"/>
              <a:gd name="connsiteY79" fmla="*/ 5183728 h 5549975"/>
              <a:gd name="connsiteX80" fmla="*/ 4560 w 4552297"/>
              <a:gd name="connsiteY80" fmla="*/ 5180163 h 5549975"/>
              <a:gd name="connsiteX81" fmla="*/ 21055 w 4552297"/>
              <a:gd name="connsiteY81" fmla="*/ 5144275 h 5549975"/>
              <a:gd name="connsiteX82" fmla="*/ 42491 w 4552297"/>
              <a:gd name="connsiteY82" fmla="*/ 4747825 h 5549975"/>
              <a:gd name="connsiteX83" fmla="*/ 0 w 4552297"/>
              <a:gd name="connsiteY83" fmla="*/ 3811601 h 5549975"/>
              <a:gd name="connsiteX84" fmla="*/ 302276 w 4552297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218499 w 4549123"/>
              <a:gd name="connsiteY83" fmla="*/ 3822685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39317 w 4549123"/>
              <a:gd name="connsiteY82" fmla="*/ 4747825 h 5549975"/>
              <a:gd name="connsiteX83" fmla="*/ 74412 w 4549123"/>
              <a:gd name="connsiteY83" fmla="*/ 3839310 h 5549975"/>
              <a:gd name="connsiteX84" fmla="*/ 299102 w 4549123"/>
              <a:gd name="connsiteY84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17881 w 4549123"/>
              <a:gd name="connsiteY81" fmla="*/ 5144275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299102 w 4549123"/>
              <a:gd name="connsiteY0" fmla="*/ 0 h 5549975"/>
              <a:gd name="connsiteX1" fmla="*/ 3301288 w 4549123"/>
              <a:gd name="connsiteY1" fmla="*/ 171842 h 5549975"/>
              <a:gd name="connsiteX2" fmla="*/ 4130099 w 4549123"/>
              <a:gd name="connsiteY2" fmla="*/ 226950 h 5549975"/>
              <a:gd name="connsiteX3" fmla="*/ 4503293 w 4549123"/>
              <a:gd name="connsiteY3" fmla="*/ 247374 h 5549975"/>
              <a:gd name="connsiteX4" fmla="*/ 4531172 w 4549123"/>
              <a:gd name="connsiteY4" fmla="*/ 269179 h 5549975"/>
              <a:gd name="connsiteX5" fmla="*/ 4529398 w 4549123"/>
              <a:gd name="connsiteY5" fmla="*/ 300930 h 5549975"/>
              <a:gd name="connsiteX6" fmla="*/ 4532320 w 4549123"/>
              <a:gd name="connsiteY6" fmla="*/ 302647 h 5549975"/>
              <a:gd name="connsiteX7" fmla="*/ 4548746 w 4549123"/>
              <a:gd name="connsiteY7" fmla="*/ 334222 h 5549975"/>
              <a:gd name="connsiteX8" fmla="*/ 4526485 w 4549123"/>
              <a:gd name="connsiteY8" fmla="*/ 391868 h 5549975"/>
              <a:gd name="connsiteX9" fmla="*/ 4522997 w 4549123"/>
              <a:gd name="connsiteY9" fmla="*/ 415489 h 5549975"/>
              <a:gd name="connsiteX10" fmla="*/ 4517892 w 4549123"/>
              <a:gd name="connsiteY10" fmla="*/ 506828 h 5549975"/>
              <a:gd name="connsiteX11" fmla="*/ 4517242 w 4549123"/>
              <a:gd name="connsiteY11" fmla="*/ 553245 h 5549975"/>
              <a:gd name="connsiteX12" fmla="*/ 4514143 w 4549123"/>
              <a:gd name="connsiteY12" fmla="*/ 581709 h 5549975"/>
              <a:gd name="connsiteX13" fmla="*/ 4513474 w 4549123"/>
              <a:gd name="connsiteY13" fmla="*/ 585890 h 5549975"/>
              <a:gd name="connsiteX14" fmla="*/ 4500537 w 4549123"/>
              <a:gd name="connsiteY14" fmla="*/ 817404 h 5549975"/>
              <a:gd name="connsiteX15" fmla="*/ 4502250 w 4549123"/>
              <a:gd name="connsiteY15" fmla="*/ 822238 h 5549975"/>
              <a:gd name="connsiteX16" fmla="*/ 4500099 w 4549123"/>
              <a:gd name="connsiteY16" fmla="*/ 846069 h 5549975"/>
              <a:gd name="connsiteX17" fmla="*/ 4498499 w 4549123"/>
              <a:gd name="connsiteY17" fmla="*/ 853854 h 5549975"/>
              <a:gd name="connsiteX18" fmla="*/ 4492261 w 4549123"/>
              <a:gd name="connsiteY18" fmla="*/ 965485 h 5549975"/>
              <a:gd name="connsiteX19" fmla="*/ 4494338 w 4549123"/>
              <a:gd name="connsiteY19" fmla="*/ 966385 h 5549975"/>
              <a:gd name="connsiteX20" fmla="*/ 4498457 w 4549123"/>
              <a:gd name="connsiteY20" fmla="*/ 1002567 h 5549975"/>
              <a:gd name="connsiteX21" fmla="*/ 4493659 w 4549123"/>
              <a:gd name="connsiteY21" fmla="*/ 1101094 h 5549975"/>
              <a:gd name="connsiteX22" fmla="*/ 4493554 w 4549123"/>
              <a:gd name="connsiteY22" fmla="*/ 1159389 h 5549975"/>
              <a:gd name="connsiteX23" fmla="*/ 4497857 w 4549123"/>
              <a:gd name="connsiteY23" fmla="*/ 1180505 h 5549975"/>
              <a:gd name="connsiteX24" fmla="*/ 4500947 w 4549123"/>
              <a:gd name="connsiteY24" fmla="*/ 1210687 h 5549975"/>
              <a:gd name="connsiteX25" fmla="*/ 4509764 w 4549123"/>
              <a:gd name="connsiteY25" fmla="*/ 1263157 h 5549975"/>
              <a:gd name="connsiteX26" fmla="*/ 4512041 w 4549123"/>
              <a:gd name="connsiteY26" fmla="*/ 1313374 h 5549975"/>
              <a:gd name="connsiteX27" fmla="*/ 4511161 w 4549123"/>
              <a:gd name="connsiteY27" fmla="*/ 1347004 h 5549975"/>
              <a:gd name="connsiteX28" fmla="*/ 4510698 w 4549123"/>
              <a:gd name="connsiteY28" fmla="*/ 1351864 h 5549975"/>
              <a:gd name="connsiteX29" fmla="*/ 4501579 w 4549123"/>
              <a:gd name="connsiteY29" fmla="*/ 1391762 h 5549975"/>
              <a:gd name="connsiteX30" fmla="*/ 4504843 w 4549123"/>
              <a:gd name="connsiteY30" fmla="*/ 1395707 h 5549975"/>
              <a:gd name="connsiteX31" fmla="*/ 4507685 w 4549123"/>
              <a:gd name="connsiteY31" fmla="*/ 1408524 h 5549975"/>
              <a:gd name="connsiteX32" fmla="*/ 4502944 w 4549123"/>
              <a:gd name="connsiteY32" fmla="*/ 1419109 h 5549975"/>
              <a:gd name="connsiteX33" fmla="*/ 4492760 w 4549123"/>
              <a:gd name="connsiteY33" fmla="*/ 1469337 h 5549975"/>
              <a:gd name="connsiteX34" fmla="*/ 4481863 w 4549123"/>
              <a:gd name="connsiteY34" fmla="*/ 1543038 h 5549975"/>
              <a:gd name="connsiteX35" fmla="*/ 4476982 w 4549123"/>
              <a:gd name="connsiteY35" fmla="*/ 1553997 h 5549975"/>
              <a:gd name="connsiteX36" fmla="*/ 4462554 w 4549123"/>
              <a:gd name="connsiteY36" fmla="*/ 1626071 h 5549975"/>
              <a:gd name="connsiteX37" fmla="*/ 4458839 w 4549123"/>
              <a:gd name="connsiteY37" fmla="*/ 1664103 h 5549975"/>
              <a:gd name="connsiteX38" fmla="*/ 4462499 w 4549123"/>
              <a:gd name="connsiteY38" fmla="*/ 1668558 h 5549975"/>
              <a:gd name="connsiteX39" fmla="*/ 4460849 w 4549123"/>
              <a:gd name="connsiteY39" fmla="*/ 1679756 h 5549975"/>
              <a:gd name="connsiteX40" fmla="*/ 4461261 w 4549123"/>
              <a:gd name="connsiteY40" fmla="*/ 1682815 h 5549975"/>
              <a:gd name="connsiteX41" fmla="*/ 4462772 w 4549123"/>
              <a:gd name="connsiteY41" fmla="*/ 1700268 h 5549975"/>
              <a:gd name="connsiteX42" fmla="*/ 4451302 w 4549123"/>
              <a:gd name="connsiteY42" fmla="*/ 1735163 h 5549975"/>
              <a:gd name="connsiteX43" fmla="*/ 4449242 w 4549123"/>
              <a:gd name="connsiteY43" fmla="*/ 1735289 h 5549975"/>
              <a:gd name="connsiteX44" fmla="*/ 4440744 w 4549123"/>
              <a:gd name="connsiteY44" fmla="*/ 1887374 h 5549975"/>
              <a:gd name="connsiteX45" fmla="*/ 4449435 w 4549123"/>
              <a:gd name="connsiteY45" fmla="*/ 1911536 h 5549975"/>
              <a:gd name="connsiteX46" fmla="*/ 4451713 w 4549123"/>
              <a:gd name="connsiteY46" fmla="*/ 1961755 h 5549975"/>
              <a:gd name="connsiteX47" fmla="*/ 4450832 w 4549123"/>
              <a:gd name="connsiteY47" fmla="*/ 1995384 h 5549975"/>
              <a:gd name="connsiteX48" fmla="*/ 4450370 w 4549123"/>
              <a:gd name="connsiteY48" fmla="*/ 2000244 h 5549975"/>
              <a:gd name="connsiteX49" fmla="*/ 4441250 w 4549123"/>
              <a:gd name="connsiteY49" fmla="*/ 2040142 h 5549975"/>
              <a:gd name="connsiteX50" fmla="*/ 4444515 w 4549123"/>
              <a:gd name="connsiteY50" fmla="*/ 2044087 h 5549975"/>
              <a:gd name="connsiteX51" fmla="*/ 4447356 w 4549123"/>
              <a:gd name="connsiteY51" fmla="*/ 2056904 h 5549975"/>
              <a:gd name="connsiteX52" fmla="*/ 4442615 w 4549123"/>
              <a:gd name="connsiteY52" fmla="*/ 2067489 h 5549975"/>
              <a:gd name="connsiteX53" fmla="*/ 4432431 w 4549123"/>
              <a:gd name="connsiteY53" fmla="*/ 2117719 h 5549975"/>
              <a:gd name="connsiteX54" fmla="*/ 4425100 w 4549123"/>
              <a:gd name="connsiteY54" fmla="*/ 2167300 h 5549975"/>
              <a:gd name="connsiteX55" fmla="*/ 4369017 w 4549123"/>
              <a:gd name="connsiteY55" fmla="*/ 3223633 h 5549975"/>
              <a:gd name="connsiteX56" fmla="*/ 4356231 w 4549123"/>
              <a:gd name="connsiteY56" fmla="*/ 3477281 h 5549975"/>
              <a:gd name="connsiteX57" fmla="*/ 4345146 w 4549123"/>
              <a:gd name="connsiteY57" fmla="*/ 3639984 h 5549975"/>
              <a:gd name="connsiteX58" fmla="*/ 4254385 w 4549123"/>
              <a:gd name="connsiteY58" fmla="*/ 5278921 h 5549975"/>
              <a:gd name="connsiteX59" fmla="*/ 4259683 w 4549123"/>
              <a:gd name="connsiteY59" fmla="*/ 5315626 h 5549975"/>
              <a:gd name="connsiteX60" fmla="*/ 4263217 w 4549123"/>
              <a:gd name="connsiteY60" fmla="*/ 5350090 h 5549975"/>
              <a:gd name="connsiteX61" fmla="*/ 4266049 w 4549123"/>
              <a:gd name="connsiteY61" fmla="*/ 5450399 h 5549975"/>
              <a:gd name="connsiteX62" fmla="*/ 4247492 w 4549123"/>
              <a:gd name="connsiteY62" fmla="*/ 5484804 h 5549975"/>
              <a:gd name="connsiteX63" fmla="*/ 4242840 w 4549123"/>
              <a:gd name="connsiteY63" fmla="*/ 5487504 h 5549975"/>
              <a:gd name="connsiteX64" fmla="*/ 4239383 w 4549123"/>
              <a:gd name="connsiteY64" fmla="*/ 5549951 h 5549975"/>
              <a:gd name="connsiteX65" fmla="*/ 8699 w 4549123"/>
              <a:gd name="connsiteY65" fmla="*/ 5314089 h 5549975"/>
              <a:gd name="connsiteX66" fmla="*/ 12505 w 4549123"/>
              <a:gd name="connsiteY66" fmla="*/ 5243704 h 5549975"/>
              <a:gd name="connsiteX67" fmla="*/ 0 w 4549123"/>
              <a:gd name="connsiteY67" fmla="*/ 5239903 h 5549975"/>
              <a:gd name="connsiteX68" fmla="*/ 4220 w 4549123"/>
              <a:gd name="connsiteY68" fmla="*/ 5233298 h 5549975"/>
              <a:gd name="connsiteX69" fmla="*/ 4489 w 4549123"/>
              <a:gd name="connsiteY69" fmla="*/ 5230552 h 5549975"/>
              <a:gd name="connsiteX70" fmla="*/ 4759 w 4549123"/>
              <a:gd name="connsiteY70" fmla="*/ 5227804 h 5549975"/>
              <a:gd name="connsiteX71" fmla="*/ 5296 w 4549123"/>
              <a:gd name="connsiteY71" fmla="*/ 5222308 h 5549975"/>
              <a:gd name="connsiteX72" fmla="*/ 4981 w 4549123"/>
              <a:gd name="connsiteY72" fmla="*/ 5216405 h 5549975"/>
              <a:gd name="connsiteX73" fmla="*/ 4397 w 4549123"/>
              <a:gd name="connsiteY73" fmla="*/ 5213249 h 5549975"/>
              <a:gd name="connsiteX74" fmla="*/ 4666 w 4549123"/>
              <a:gd name="connsiteY74" fmla="*/ 5210500 h 5549975"/>
              <a:gd name="connsiteX75" fmla="*/ 4350 w 4549123"/>
              <a:gd name="connsiteY75" fmla="*/ 5204597 h 5549975"/>
              <a:gd name="connsiteX76" fmla="*/ 3767 w 4549123"/>
              <a:gd name="connsiteY76" fmla="*/ 5201441 h 5549975"/>
              <a:gd name="connsiteX77" fmla="*/ 3137 w 4549123"/>
              <a:gd name="connsiteY77" fmla="*/ 5189632 h 5549975"/>
              <a:gd name="connsiteX78" fmla="*/ 2553 w 4549123"/>
              <a:gd name="connsiteY78" fmla="*/ 5186477 h 5549975"/>
              <a:gd name="connsiteX79" fmla="*/ 2821 w 4549123"/>
              <a:gd name="connsiteY79" fmla="*/ 5183728 h 5549975"/>
              <a:gd name="connsiteX80" fmla="*/ 1386 w 4549123"/>
              <a:gd name="connsiteY80" fmla="*/ 5180163 h 5549975"/>
              <a:gd name="connsiteX81" fmla="*/ 6798 w 4549123"/>
              <a:gd name="connsiteY81" fmla="*/ 5116566 h 5549975"/>
              <a:gd name="connsiteX82" fmla="*/ 74412 w 4549123"/>
              <a:gd name="connsiteY82" fmla="*/ 3839310 h 5549975"/>
              <a:gd name="connsiteX83" fmla="*/ 299102 w 4549123"/>
              <a:gd name="connsiteY83" fmla="*/ 0 h 5549975"/>
              <a:gd name="connsiteX0" fmla="*/ 304427 w 4554448"/>
              <a:gd name="connsiteY0" fmla="*/ 0 h 5549970"/>
              <a:gd name="connsiteX1" fmla="*/ 3306613 w 4554448"/>
              <a:gd name="connsiteY1" fmla="*/ 171842 h 5549970"/>
              <a:gd name="connsiteX2" fmla="*/ 4135424 w 4554448"/>
              <a:gd name="connsiteY2" fmla="*/ 226950 h 5549970"/>
              <a:gd name="connsiteX3" fmla="*/ 4508618 w 4554448"/>
              <a:gd name="connsiteY3" fmla="*/ 247374 h 5549970"/>
              <a:gd name="connsiteX4" fmla="*/ 4536497 w 4554448"/>
              <a:gd name="connsiteY4" fmla="*/ 269179 h 5549970"/>
              <a:gd name="connsiteX5" fmla="*/ 4534723 w 4554448"/>
              <a:gd name="connsiteY5" fmla="*/ 300930 h 5549970"/>
              <a:gd name="connsiteX6" fmla="*/ 4537645 w 4554448"/>
              <a:gd name="connsiteY6" fmla="*/ 302647 h 5549970"/>
              <a:gd name="connsiteX7" fmla="*/ 4554071 w 4554448"/>
              <a:gd name="connsiteY7" fmla="*/ 334222 h 5549970"/>
              <a:gd name="connsiteX8" fmla="*/ 4531810 w 4554448"/>
              <a:gd name="connsiteY8" fmla="*/ 391868 h 5549970"/>
              <a:gd name="connsiteX9" fmla="*/ 4528322 w 4554448"/>
              <a:gd name="connsiteY9" fmla="*/ 415489 h 5549970"/>
              <a:gd name="connsiteX10" fmla="*/ 4523217 w 4554448"/>
              <a:gd name="connsiteY10" fmla="*/ 506828 h 5549970"/>
              <a:gd name="connsiteX11" fmla="*/ 4522567 w 4554448"/>
              <a:gd name="connsiteY11" fmla="*/ 553245 h 5549970"/>
              <a:gd name="connsiteX12" fmla="*/ 4519468 w 4554448"/>
              <a:gd name="connsiteY12" fmla="*/ 581709 h 5549970"/>
              <a:gd name="connsiteX13" fmla="*/ 4518799 w 4554448"/>
              <a:gd name="connsiteY13" fmla="*/ 585890 h 5549970"/>
              <a:gd name="connsiteX14" fmla="*/ 4505862 w 4554448"/>
              <a:gd name="connsiteY14" fmla="*/ 817404 h 5549970"/>
              <a:gd name="connsiteX15" fmla="*/ 4507575 w 4554448"/>
              <a:gd name="connsiteY15" fmla="*/ 822238 h 5549970"/>
              <a:gd name="connsiteX16" fmla="*/ 4505424 w 4554448"/>
              <a:gd name="connsiteY16" fmla="*/ 846069 h 5549970"/>
              <a:gd name="connsiteX17" fmla="*/ 4503824 w 4554448"/>
              <a:gd name="connsiteY17" fmla="*/ 853854 h 5549970"/>
              <a:gd name="connsiteX18" fmla="*/ 4497586 w 4554448"/>
              <a:gd name="connsiteY18" fmla="*/ 965485 h 5549970"/>
              <a:gd name="connsiteX19" fmla="*/ 4499663 w 4554448"/>
              <a:gd name="connsiteY19" fmla="*/ 966385 h 5549970"/>
              <a:gd name="connsiteX20" fmla="*/ 4503782 w 4554448"/>
              <a:gd name="connsiteY20" fmla="*/ 1002567 h 5549970"/>
              <a:gd name="connsiteX21" fmla="*/ 4498984 w 4554448"/>
              <a:gd name="connsiteY21" fmla="*/ 1101094 h 5549970"/>
              <a:gd name="connsiteX22" fmla="*/ 4498879 w 4554448"/>
              <a:gd name="connsiteY22" fmla="*/ 1159389 h 5549970"/>
              <a:gd name="connsiteX23" fmla="*/ 4503182 w 4554448"/>
              <a:gd name="connsiteY23" fmla="*/ 1180505 h 5549970"/>
              <a:gd name="connsiteX24" fmla="*/ 4506272 w 4554448"/>
              <a:gd name="connsiteY24" fmla="*/ 1210687 h 5549970"/>
              <a:gd name="connsiteX25" fmla="*/ 4515089 w 4554448"/>
              <a:gd name="connsiteY25" fmla="*/ 1263157 h 5549970"/>
              <a:gd name="connsiteX26" fmla="*/ 4517366 w 4554448"/>
              <a:gd name="connsiteY26" fmla="*/ 1313374 h 5549970"/>
              <a:gd name="connsiteX27" fmla="*/ 4516486 w 4554448"/>
              <a:gd name="connsiteY27" fmla="*/ 1347004 h 5549970"/>
              <a:gd name="connsiteX28" fmla="*/ 4516023 w 4554448"/>
              <a:gd name="connsiteY28" fmla="*/ 1351864 h 5549970"/>
              <a:gd name="connsiteX29" fmla="*/ 4506904 w 4554448"/>
              <a:gd name="connsiteY29" fmla="*/ 1391762 h 5549970"/>
              <a:gd name="connsiteX30" fmla="*/ 4510168 w 4554448"/>
              <a:gd name="connsiteY30" fmla="*/ 1395707 h 5549970"/>
              <a:gd name="connsiteX31" fmla="*/ 4513010 w 4554448"/>
              <a:gd name="connsiteY31" fmla="*/ 1408524 h 5549970"/>
              <a:gd name="connsiteX32" fmla="*/ 4508269 w 4554448"/>
              <a:gd name="connsiteY32" fmla="*/ 1419109 h 5549970"/>
              <a:gd name="connsiteX33" fmla="*/ 4498085 w 4554448"/>
              <a:gd name="connsiteY33" fmla="*/ 1469337 h 5549970"/>
              <a:gd name="connsiteX34" fmla="*/ 4487188 w 4554448"/>
              <a:gd name="connsiteY34" fmla="*/ 1543038 h 5549970"/>
              <a:gd name="connsiteX35" fmla="*/ 4482307 w 4554448"/>
              <a:gd name="connsiteY35" fmla="*/ 1553997 h 5549970"/>
              <a:gd name="connsiteX36" fmla="*/ 4467879 w 4554448"/>
              <a:gd name="connsiteY36" fmla="*/ 1626071 h 5549970"/>
              <a:gd name="connsiteX37" fmla="*/ 4464164 w 4554448"/>
              <a:gd name="connsiteY37" fmla="*/ 1664103 h 5549970"/>
              <a:gd name="connsiteX38" fmla="*/ 4467824 w 4554448"/>
              <a:gd name="connsiteY38" fmla="*/ 1668558 h 5549970"/>
              <a:gd name="connsiteX39" fmla="*/ 4466174 w 4554448"/>
              <a:gd name="connsiteY39" fmla="*/ 1679756 h 5549970"/>
              <a:gd name="connsiteX40" fmla="*/ 4466586 w 4554448"/>
              <a:gd name="connsiteY40" fmla="*/ 1682815 h 5549970"/>
              <a:gd name="connsiteX41" fmla="*/ 4468097 w 4554448"/>
              <a:gd name="connsiteY41" fmla="*/ 1700268 h 5549970"/>
              <a:gd name="connsiteX42" fmla="*/ 4456627 w 4554448"/>
              <a:gd name="connsiteY42" fmla="*/ 1735163 h 5549970"/>
              <a:gd name="connsiteX43" fmla="*/ 4454567 w 4554448"/>
              <a:gd name="connsiteY43" fmla="*/ 1735289 h 5549970"/>
              <a:gd name="connsiteX44" fmla="*/ 4446069 w 4554448"/>
              <a:gd name="connsiteY44" fmla="*/ 1887374 h 5549970"/>
              <a:gd name="connsiteX45" fmla="*/ 4454760 w 4554448"/>
              <a:gd name="connsiteY45" fmla="*/ 1911536 h 5549970"/>
              <a:gd name="connsiteX46" fmla="*/ 4457038 w 4554448"/>
              <a:gd name="connsiteY46" fmla="*/ 1961755 h 5549970"/>
              <a:gd name="connsiteX47" fmla="*/ 4456157 w 4554448"/>
              <a:gd name="connsiteY47" fmla="*/ 1995384 h 5549970"/>
              <a:gd name="connsiteX48" fmla="*/ 4455695 w 4554448"/>
              <a:gd name="connsiteY48" fmla="*/ 2000244 h 5549970"/>
              <a:gd name="connsiteX49" fmla="*/ 4446575 w 4554448"/>
              <a:gd name="connsiteY49" fmla="*/ 2040142 h 5549970"/>
              <a:gd name="connsiteX50" fmla="*/ 4449840 w 4554448"/>
              <a:gd name="connsiteY50" fmla="*/ 2044087 h 5549970"/>
              <a:gd name="connsiteX51" fmla="*/ 4452681 w 4554448"/>
              <a:gd name="connsiteY51" fmla="*/ 2056904 h 5549970"/>
              <a:gd name="connsiteX52" fmla="*/ 4447940 w 4554448"/>
              <a:gd name="connsiteY52" fmla="*/ 2067489 h 5549970"/>
              <a:gd name="connsiteX53" fmla="*/ 4437756 w 4554448"/>
              <a:gd name="connsiteY53" fmla="*/ 2117719 h 5549970"/>
              <a:gd name="connsiteX54" fmla="*/ 4430425 w 4554448"/>
              <a:gd name="connsiteY54" fmla="*/ 2167300 h 5549970"/>
              <a:gd name="connsiteX55" fmla="*/ 4374342 w 4554448"/>
              <a:gd name="connsiteY55" fmla="*/ 3223633 h 5549970"/>
              <a:gd name="connsiteX56" fmla="*/ 4361556 w 4554448"/>
              <a:gd name="connsiteY56" fmla="*/ 3477281 h 5549970"/>
              <a:gd name="connsiteX57" fmla="*/ 4350471 w 4554448"/>
              <a:gd name="connsiteY57" fmla="*/ 3639984 h 5549970"/>
              <a:gd name="connsiteX58" fmla="*/ 4259710 w 4554448"/>
              <a:gd name="connsiteY58" fmla="*/ 5278921 h 5549970"/>
              <a:gd name="connsiteX59" fmla="*/ 4265008 w 4554448"/>
              <a:gd name="connsiteY59" fmla="*/ 5315626 h 5549970"/>
              <a:gd name="connsiteX60" fmla="*/ 4268542 w 4554448"/>
              <a:gd name="connsiteY60" fmla="*/ 5350090 h 5549970"/>
              <a:gd name="connsiteX61" fmla="*/ 4271374 w 4554448"/>
              <a:gd name="connsiteY61" fmla="*/ 5450399 h 5549970"/>
              <a:gd name="connsiteX62" fmla="*/ 4252817 w 4554448"/>
              <a:gd name="connsiteY62" fmla="*/ 5484804 h 5549970"/>
              <a:gd name="connsiteX63" fmla="*/ 4248165 w 4554448"/>
              <a:gd name="connsiteY63" fmla="*/ 5487504 h 5549970"/>
              <a:gd name="connsiteX64" fmla="*/ 4244708 w 4554448"/>
              <a:gd name="connsiteY64" fmla="*/ 5549951 h 5549970"/>
              <a:gd name="connsiteX65" fmla="*/ 0 w 4554448"/>
              <a:gd name="connsiteY65" fmla="*/ 5272016 h 5549970"/>
              <a:gd name="connsiteX66" fmla="*/ 17830 w 4554448"/>
              <a:gd name="connsiteY66" fmla="*/ 5243704 h 5549970"/>
              <a:gd name="connsiteX67" fmla="*/ 5325 w 4554448"/>
              <a:gd name="connsiteY67" fmla="*/ 5239903 h 5549970"/>
              <a:gd name="connsiteX68" fmla="*/ 9545 w 4554448"/>
              <a:gd name="connsiteY68" fmla="*/ 5233298 h 5549970"/>
              <a:gd name="connsiteX69" fmla="*/ 9814 w 4554448"/>
              <a:gd name="connsiteY69" fmla="*/ 5230552 h 5549970"/>
              <a:gd name="connsiteX70" fmla="*/ 10084 w 4554448"/>
              <a:gd name="connsiteY70" fmla="*/ 5227804 h 5549970"/>
              <a:gd name="connsiteX71" fmla="*/ 10621 w 4554448"/>
              <a:gd name="connsiteY71" fmla="*/ 5222308 h 5549970"/>
              <a:gd name="connsiteX72" fmla="*/ 10306 w 4554448"/>
              <a:gd name="connsiteY72" fmla="*/ 5216405 h 5549970"/>
              <a:gd name="connsiteX73" fmla="*/ 9722 w 4554448"/>
              <a:gd name="connsiteY73" fmla="*/ 5213249 h 5549970"/>
              <a:gd name="connsiteX74" fmla="*/ 9991 w 4554448"/>
              <a:gd name="connsiteY74" fmla="*/ 5210500 h 5549970"/>
              <a:gd name="connsiteX75" fmla="*/ 9675 w 4554448"/>
              <a:gd name="connsiteY75" fmla="*/ 5204597 h 5549970"/>
              <a:gd name="connsiteX76" fmla="*/ 9092 w 4554448"/>
              <a:gd name="connsiteY76" fmla="*/ 5201441 h 5549970"/>
              <a:gd name="connsiteX77" fmla="*/ 8462 w 4554448"/>
              <a:gd name="connsiteY77" fmla="*/ 5189632 h 5549970"/>
              <a:gd name="connsiteX78" fmla="*/ 7878 w 4554448"/>
              <a:gd name="connsiteY78" fmla="*/ 5186477 h 5549970"/>
              <a:gd name="connsiteX79" fmla="*/ 8146 w 4554448"/>
              <a:gd name="connsiteY79" fmla="*/ 5183728 h 5549970"/>
              <a:gd name="connsiteX80" fmla="*/ 6711 w 4554448"/>
              <a:gd name="connsiteY80" fmla="*/ 5180163 h 5549970"/>
              <a:gd name="connsiteX81" fmla="*/ 12123 w 4554448"/>
              <a:gd name="connsiteY81" fmla="*/ 5116566 h 5549970"/>
              <a:gd name="connsiteX82" fmla="*/ 79737 w 4554448"/>
              <a:gd name="connsiteY82" fmla="*/ 3839310 h 5549970"/>
              <a:gd name="connsiteX83" fmla="*/ 304427 w 4554448"/>
              <a:gd name="connsiteY83" fmla="*/ 0 h 5549970"/>
              <a:gd name="connsiteX0" fmla="*/ 338086 w 4588107"/>
              <a:gd name="connsiteY0" fmla="*/ 0 h 5549995"/>
              <a:gd name="connsiteX1" fmla="*/ 3340272 w 4588107"/>
              <a:gd name="connsiteY1" fmla="*/ 171842 h 5549995"/>
              <a:gd name="connsiteX2" fmla="*/ 4169083 w 4588107"/>
              <a:gd name="connsiteY2" fmla="*/ 226950 h 5549995"/>
              <a:gd name="connsiteX3" fmla="*/ 4542277 w 4588107"/>
              <a:gd name="connsiteY3" fmla="*/ 247374 h 5549995"/>
              <a:gd name="connsiteX4" fmla="*/ 4570156 w 4588107"/>
              <a:gd name="connsiteY4" fmla="*/ 269179 h 5549995"/>
              <a:gd name="connsiteX5" fmla="*/ 4568382 w 4588107"/>
              <a:gd name="connsiteY5" fmla="*/ 300930 h 5549995"/>
              <a:gd name="connsiteX6" fmla="*/ 4571304 w 4588107"/>
              <a:gd name="connsiteY6" fmla="*/ 302647 h 5549995"/>
              <a:gd name="connsiteX7" fmla="*/ 4587730 w 4588107"/>
              <a:gd name="connsiteY7" fmla="*/ 334222 h 5549995"/>
              <a:gd name="connsiteX8" fmla="*/ 4565469 w 4588107"/>
              <a:gd name="connsiteY8" fmla="*/ 391868 h 5549995"/>
              <a:gd name="connsiteX9" fmla="*/ 4561981 w 4588107"/>
              <a:gd name="connsiteY9" fmla="*/ 415489 h 5549995"/>
              <a:gd name="connsiteX10" fmla="*/ 4556876 w 4588107"/>
              <a:gd name="connsiteY10" fmla="*/ 506828 h 5549995"/>
              <a:gd name="connsiteX11" fmla="*/ 4556226 w 4588107"/>
              <a:gd name="connsiteY11" fmla="*/ 553245 h 5549995"/>
              <a:gd name="connsiteX12" fmla="*/ 4553127 w 4588107"/>
              <a:gd name="connsiteY12" fmla="*/ 581709 h 5549995"/>
              <a:gd name="connsiteX13" fmla="*/ 4552458 w 4588107"/>
              <a:gd name="connsiteY13" fmla="*/ 585890 h 5549995"/>
              <a:gd name="connsiteX14" fmla="*/ 4539521 w 4588107"/>
              <a:gd name="connsiteY14" fmla="*/ 817404 h 5549995"/>
              <a:gd name="connsiteX15" fmla="*/ 4541234 w 4588107"/>
              <a:gd name="connsiteY15" fmla="*/ 822238 h 5549995"/>
              <a:gd name="connsiteX16" fmla="*/ 4539083 w 4588107"/>
              <a:gd name="connsiteY16" fmla="*/ 846069 h 5549995"/>
              <a:gd name="connsiteX17" fmla="*/ 4537483 w 4588107"/>
              <a:gd name="connsiteY17" fmla="*/ 853854 h 5549995"/>
              <a:gd name="connsiteX18" fmla="*/ 4531245 w 4588107"/>
              <a:gd name="connsiteY18" fmla="*/ 965485 h 5549995"/>
              <a:gd name="connsiteX19" fmla="*/ 4533322 w 4588107"/>
              <a:gd name="connsiteY19" fmla="*/ 966385 h 5549995"/>
              <a:gd name="connsiteX20" fmla="*/ 4537441 w 4588107"/>
              <a:gd name="connsiteY20" fmla="*/ 1002567 h 5549995"/>
              <a:gd name="connsiteX21" fmla="*/ 4532643 w 4588107"/>
              <a:gd name="connsiteY21" fmla="*/ 1101094 h 5549995"/>
              <a:gd name="connsiteX22" fmla="*/ 4532538 w 4588107"/>
              <a:gd name="connsiteY22" fmla="*/ 1159389 h 5549995"/>
              <a:gd name="connsiteX23" fmla="*/ 4536841 w 4588107"/>
              <a:gd name="connsiteY23" fmla="*/ 1180505 h 5549995"/>
              <a:gd name="connsiteX24" fmla="*/ 4539931 w 4588107"/>
              <a:gd name="connsiteY24" fmla="*/ 1210687 h 5549995"/>
              <a:gd name="connsiteX25" fmla="*/ 4548748 w 4588107"/>
              <a:gd name="connsiteY25" fmla="*/ 1263157 h 5549995"/>
              <a:gd name="connsiteX26" fmla="*/ 4551025 w 4588107"/>
              <a:gd name="connsiteY26" fmla="*/ 1313374 h 5549995"/>
              <a:gd name="connsiteX27" fmla="*/ 4550145 w 4588107"/>
              <a:gd name="connsiteY27" fmla="*/ 1347004 h 5549995"/>
              <a:gd name="connsiteX28" fmla="*/ 4549682 w 4588107"/>
              <a:gd name="connsiteY28" fmla="*/ 1351864 h 5549995"/>
              <a:gd name="connsiteX29" fmla="*/ 4540563 w 4588107"/>
              <a:gd name="connsiteY29" fmla="*/ 1391762 h 5549995"/>
              <a:gd name="connsiteX30" fmla="*/ 4543827 w 4588107"/>
              <a:gd name="connsiteY30" fmla="*/ 1395707 h 5549995"/>
              <a:gd name="connsiteX31" fmla="*/ 4546669 w 4588107"/>
              <a:gd name="connsiteY31" fmla="*/ 1408524 h 5549995"/>
              <a:gd name="connsiteX32" fmla="*/ 4541928 w 4588107"/>
              <a:gd name="connsiteY32" fmla="*/ 1419109 h 5549995"/>
              <a:gd name="connsiteX33" fmla="*/ 4531744 w 4588107"/>
              <a:gd name="connsiteY33" fmla="*/ 1469337 h 5549995"/>
              <a:gd name="connsiteX34" fmla="*/ 4520847 w 4588107"/>
              <a:gd name="connsiteY34" fmla="*/ 1543038 h 5549995"/>
              <a:gd name="connsiteX35" fmla="*/ 4515966 w 4588107"/>
              <a:gd name="connsiteY35" fmla="*/ 1553997 h 5549995"/>
              <a:gd name="connsiteX36" fmla="*/ 4501538 w 4588107"/>
              <a:gd name="connsiteY36" fmla="*/ 1626071 h 5549995"/>
              <a:gd name="connsiteX37" fmla="*/ 4497823 w 4588107"/>
              <a:gd name="connsiteY37" fmla="*/ 1664103 h 5549995"/>
              <a:gd name="connsiteX38" fmla="*/ 4501483 w 4588107"/>
              <a:gd name="connsiteY38" fmla="*/ 1668558 h 5549995"/>
              <a:gd name="connsiteX39" fmla="*/ 4499833 w 4588107"/>
              <a:gd name="connsiteY39" fmla="*/ 1679756 h 5549995"/>
              <a:gd name="connsiteX40" fmla="*/ 4500245 w 4588107"/>
              <a:gd name="connsiteY40" fmla="*/ 1682815 h 5549995"/>
              <a:gd name="connsiteX41" fmla="*/ 4501756 w 4588107"/>
              <a:gd name="connsiteY41" fmla="*/ 1700268 h 5549995"/>
              <a:gd name="connsiteX42" fmla="*/ 4490286 w 4588107"/>
              <a:gd name="connsiteY42" fmla="*/ 1735163 h 5549995"/>
              <a:gd name="connsiteX43" fmla="*/ 4488226 w 4588107"/>
              <a:gd name="connsiteY43" fmla="*/ 1735289 h 5549995"/>
              <a:gd name="connsiteX44" fmla="*/ 4479728 w 4588107"/>
              <a:gd name="connsiteY44" fmla="*/ 1887374 h 5549995"/>
              <a:gd name="connsiteX45" fmla="*/ 4488419 w 4588107"/>
              <a:gd name="connsiteY45" fmla="*/ 1911536 h 5549995"/>
              <a:gd name="connsiteX46" fmla="*/ 4490697 w 4588107"/>
              <a:gd name="connsiteY46" fmla="*/ 1961755 h 5549995"/>
              <a:gd name="connsiteX47" fmla="*/ 4489816 w 4588107"/>
              <a:gd name="connsiteY47" fmla="*/ 1995384 h 5549995"/>
              <a:gd name="connsiteX48" fmla="*/ 4489354 w 4588107"/>
              <a:gd name="connsiteY48" fmla="*/ 2000244 h 5549995"/>
              <a:gd name="connsiteX49" fmla="*/ 4480234 w 4588107"/>
              <a:gd name="connsiteY49" fmla="*/ 2040142 h 5549995"/>
              <a:gd name="connsiteX50" fmla="*/ 4483499 w 4588107"/>
              <a:gd name="connsiteY50" fmla="*/ 2044087 h 5549995"/>
              <a:gd name="connsiteX51" fmla="*/ 4486340 w 4588107"/>
              <a:gd name="connsiteY51" fmla="*/ 2056904 h 5549995"/>
              <a:gd name="connsiteX52" fmla="*/ 4481599 w 4588107"/>
              <a:gd name="connsiteY52" fmla="*/ 2067489 h 5549995"/>
              <a:gd name="connsiteX53" fmla="*/ 4471415 w 4588107"/>
              <a:gd name="connsiteY53" fmla="*/ 2117719 h 5549995"/>
              <a:gd name="connsiteX54" fmla="*/ 4464084 w 4588107"/>
              <a:gd name="connsiteY54" fmla="*/ 2167300 h 5549995"/>
              <a:gd name="connsiteX55" fmla="*/ 4408001 w 4588107"/>
              <a:gd name="connsiteY55" fmla="*/ 3223633 h 5549995"/>
              <a:gd name="connsiteX56" fmla="*/ 4395215 w 4588107"/>
              <a:gd name="connsiteY56" fmla="*/ 3477281 h 5549995"/>
              <a:gd name="connsiteX57" fmla="*/ 4384130 w 4588107"/>
              <a:gd name="connsiteY57" fmla="*/ 3639984 h 5549995"/>
              <a:gd name="connsiteX58" fmla="*/ 4293369 w 4588107"/>
              <a:gd name="connsiteY58" fmla="*/ 5278921 h 5549995"/>
              <a:gd name="connsiteX59" fmla="*/ 4298667 w 4588107"/>
              <a:gd name="connsiteY59" fmla="*/ 5315626 h 5549995"/>
              <a:gd name="connsiteX60" fmla="*/ 4302201 w 4588107"/>
              <a:gd name="connsiteY60" fmla="*/ 5350090 h 5549995"/>
              <a:gd name="connsiteX61" fmla="*/ 4305033 w 4588107"/>
              <a:gd name="connsiteY61" fmla="*/ 5450399 h 5549995"/>
              <a:gd name="connsiteX62" fmla="*/ 4286476 w 4588107"/>
              <a:gd name="connsiteY62" fmla="*/ 5484804 h 5549995"/>
              <a:gd name="connsiteX63" fmla="*/ 4281824 w 4588107"/>
              <a:gd name="connsiteY63" fmla="*/ 5487504 h 5549995"/>
              <a:gd name="connsiteX64" fmla="*/ 4278367 w 4588107"/>
              <a:gd name="connsiteY64" fmla="*/ 5549951 h 5549995"/>
              <a:gd name="connsiteX65" fmla="*/ 0 w 4588107"/>
              <a:gd name="connsiteY65" fmla="*/ 5387017 h 5549995"/>
              <a:gd name="connsiteX66" fmla="*/ 51489 w 4588107"/>
              <a:gd name="connsiteY66" fmla="*/ 5243704 h 5549995"/>
              <a:gd name="connsiteX67" fmla="*/ 38984 w 4588107"/>
              <a:gd name="connsiteY67" fmla="*/ 5239903 h 5549995"/>
              <a:gd name="connsiteX68" fmla="*/ 43204 w 4588107"/>
              <a:gd name="connsiteY68" fmla="*/ 5233298 h 5549995"/>
              <a:gd name="connsiteX69" fmla="*/ 43473 w 4588107"/>
              <a:gd name="connsiteY69" fmla="*/ 5230552 h 5549995"/>
              <a:gd name="connsiteX70" fmla="*/ 43743 w 4588107"/>
              <a:gd name="connsiteY70" fmla="*/ 5227804 h 5549995"/>
              <a:gd name="connsiteX71" fmla="*/ 44280 w 4588107"/>
              <a:gd name="connsiteY71" fmla="*/ 5222308 h 5549995"/>
              <a:gd name="connsiteX72" fmla="*/ 43965 w 4588107"/>
              <a:gd name="connsiteY72" fmla="*/ 5216405 h 5549995"/>
              <a:gd name="connsiteX73" fmla="*/ 43381 w 4588107"/>
              <a:gd name="connsiteY73" fmla="*/ 5213249 h 5549995"/>
              <a:gd name="connsiteX74" fmla="*/ 43650 w 4588107"/>
              <a:gd name="connsiteY74" fmla="*/ 5210500 h 5549995"/>
              <a:gd name="connsiteX75" fmla="*/ 43334 w 4588107"/>
              <a:gd name="connsiteY75" fmla="*/ 5204597 h 5549995"/>
              <a:gd name="connsiteX76" fmla="*/ 42751 w 4588107"/>
              <a:gd name="connsiteY76" fmla="*/ 5201441 h 5549995"/>
              <a:gd name="connsiteX77" fmla="*/ 42121 w 4588107"/>
              <a:gd name="connsiteY77" fmla="*/ 5189632 h 5549995"/>
              <a:gd name="connsiteX78" fmla="*/ 41537 w 4588107"/>
              <a:gd name="connsiteY78" fmla="*/ 5186477 h 5549995"/>
              <a:gd name="connsiteX79" fmla="*/ 41805 w 4588107"/>
              <a:gd name="connsiteY79" fmla="*/ 5183728 h 5549995"/>
              <a:gd name="connsiteX80" fmla="*/ 40370 w 4588107"/>
              <a:gd name="connsiteY80" fmla="*/ 5180163 h 5549995"/>
              <a:gd name="connsiteX81" fmla="*/ 45782 w 4588107"/>
              <a:gd name="connsiteY81" fmla="*/ 5116566 h 5549995"/>
              <a:gd name="connsiteX82" fmla="*/ 113396 w 4588107"/>
              <a:gd name="connsiteY82" fmla="*/ 3839310 h 5549995"/>
              <a:gd name="connsiteX83" fmla="*/ 338086 w 4588107"/>
              <a:gd name="connsiteY83" fmla="*/ 0 h 5549995"/>
              <a:gd name="connsiteX0" fmla="*/ 299102 w 4549123"/>
              <a:gd name="connsiteY0" fmla="*/ 0 h 5549966"/>
              <a:gd name="connsiteX1" fmla="*/ 3301288 w 4549123"/>
              <a:gd name="connsiteY1" fmla="*/ 171842 h 5549966"/>
              <a:gd name="connsiteX2" fmla="*/ 4130099 w 4549123"/>
              <a:gd name="connsiteY2" fmla="*/ 226950 h 5549966"/>
              <a:gd name="connsiteX3" fmla="*/ 4503293 w 4549123"/>
              <a:gd name="connsiteY3" fmla="*/ 247374 h 5549966"/>
              <a:gd name="connsiteX4" fmla="*/ 4531172 w 4549123"/>
              <a:gd name="connsiteY4" fmla="*/ 269179 h 5549966"/>
              <a:gd name="connsiteX5" fmla="*/ 4529398 w 4549123"/>
              <a:gd name="connsiteY5" fmla="*/ 300930 h 5549966"/>
              <a:gd name="connsiteX6" fmla="*/ 4532320 w 4549123"/>
              <a:gd name="connsiteY6" fmla="*/ 302647 h 5549966"/>
              <a:gd name="connsiteX7" fmla="*/ 4548746 w 4549123"/>
              <a:gd name="connsiteY7" fmla="*/ 334222 h 5549966"/>
              <a:gd name="connsiteX8" fmla="*/ 4526485 w 4549123"/>
              <a:gd name="connsiteY8" fmla="*/ 391868 h 5549966"/>
              <a:gd name="connsiteX9" fmla="*/ 4522997 w 4549123"/>
              <a:gd name="connsiteY9" fmla="*/ 415489 h 5549966"/>
              <a:gd name="connsiteX10" fmla="*/ 4517892 w 4549123"/>
              <a:gd name="connsiteY10" fmla="*/ 506828 h 5549966"/>
              <a:gd name="connsiteX11" fmla="*/ 4517242 w 4549123"/>
              <a:gd name="connsiteY11" fmla="*/ 553245 h 5549966"/>
              <a:gd name="connsiteX12" fmla="*/ 4514143 w 4549123"/>
              <a:gd name="connsiteY12" fmla="*/ 581709 h 5549966"/>
              <a:gd name="connsiteX13" fmla="*/ 4513474 w 4549123"/>
              <a:gd name="connsiteY13" fmla="*/ 585890 h 5549966"/>
              <a:gd name="connsiteX14" fmla="*/ 4500537 w 4549123"/>
              <a:gd name="connsiteY14" fmla="*/ 817404 h 5549966"/>
              <a:gd name="connsiteX15" fmla="*/ 4502250 w 4549123"/>
              <a:gd name="connsiteY15" fmla="*/ 822238 h 5549966"/>
              <a:gd name="connsiteX16" fmla="*/ 4500099 w 4549123"/>
              <a:gd name="connsiteY16" fmla="*/ 846069 h 5549966"/>
              <a:gd name="connsiteX17" fmla="*/ 4498499 w 4549123"/>
              <a:gd name="connsiteY17" fmla="*/ 853854 h 5549966"/>
              <a:gd name="connsiteX18" fmla="*/ 4492261 w 4549123"/>
              <a:gd name="connsiteY18" fmla="*/ 965485 h 5549966"/>
              <a:gd name="connsiteX19" fmla="*/ 4494338 w 4549123"/>
              <a:gd name="connsiteY19" fmla="*/ 966385 h 5549966"/>
              <a:gd name="connsiteX20" fmla="*/ 4498457 w 4549123"/>
              <a:gd name="connsiteY20" fmla="*/ 1002567 h 5549966"/>
              <a:gd name="connsiteX21" fmla="*/ 4493659 w 4549123"/>
              <a:gd name="connsiteY21" fmla="*/ 1101094 h 5549966"/>
              <a:gd name="connsiteX22" fmla="*/ 4493554 w 4549123"/>
              <a:gd name="connsiteY22" fmla="*/ 1159389 h 5549966"/>
              <a:gd name="connsiteX23" fmla="*/ 4497857 w 4549123"/>
              <a:gd name="connsiteY23" fmla="*/ 1180505 h 5549966"/>
              <a:gd name="connsiteX24" fmla="*/ 4500947 w 4549123"/>
              <a:gd name="connsiteY24" fmla="*/ 1210687 h 5549966"/>
              <a:gd name="connsiteX25" fmla="*/ 4509764 w 4549123"/>
              <a:gd name="connsiteY25" fmla="*/ 1263157 h 5549966"/>
              <a:gd name="connsiteX26" fmla="*/ 4512041 w 4549123"/>
              <a:gd name="connsiteY26" fmla="*/ 1313374 h 5549966"/>
              <a:gd name="connsiteX27" fmla="*/ 4511161 w 4549123"/>
              <a:gd name="connsiteY27" fmla="*/ 1347004 h 5549966"/>
              <a:gd name="connsiteX28" fmla="*/ 4510698 w 4549123"/>
              <a:gd name="connsiteY28" fmla="*/ 1351864 h 5549966"/>
              <a:gd name="connsiteX29" fmla="*/ 4501579 w 4549123"/>
              <a:gd name="connsiteY29" fmla="*/ 1391762 h 5549966"/>
              <a:gd name="connsiteX30" fmla="*/ 4504843 w 4549123"/>
              <a:gd name="connsiteY30" fmla="*/ 1395707 h 5549966"/>
              <a:gd name="connsiteX31" fmla="*/ 4507685 w 4549123"/>
              <a:gd name="connsiteY31" fmla="*/ 1408524 h 5549966"/>
              <a:gd name="connsiteX32" fmla="*/ 4502944 w 4549123"/>
              <a:gd name="connsiteY32" fmla="*/ 1419109 h 5549966"/>
              <a:gd name="connsiteX33" fmla="*/ 4492760 w 4549123"/>
              <a:gd name="connsiteY33" fmla="*/ 1469337 h 5549966"/>
              <a:gd name="connsiteX34" fmla="*/ 4481863 w 4549123"/>
              <a:gd name="connsiteY34" fmla="*/ 1543038 h 5549966"/>
              <a:gd name="connsiteX35" fmla="*/ 4476982 w 4549123"/>
              <a:gd name="connsiteY35" fmla="*/ 1553997 h 5549966"/>
              <a:gd name="connsiteX36" fmla="*/ 4462554 w 4549123"/>
              <a:gd name="connsiteY36" fmla="*/ 1626071 h 5549966"/>
              <a:gd name="connsiteX37" fmla="*/ 4458839 w 4549123"/>
              <a:gd name="connsiteY37" fmla="*/ 1664103 h 5549966"/>
              <a:gd name="connsiteX38" fmla="*/ 4462499 w 4549123"/>
              <a:gd name="connsiteY38" fmla="*/ 1668558 h 5549966"/>
              <a:gd name="connsiteX39" fmla="*/ 4460849 w 4549123"/>
              <a:gd name="connsiteY39" fmla="*/ 1679756 h 5549966"/>
              <a:gd name="connsiteX40" fmla="*/ 4461261 w 4549123"/>
              <a:gd name="connsiteY40" fmla="*/ 1682815 h 5549966"/>
              <a:gd name="connsiteX41" fmla="*/ 4462772 w 4549123"/>
              <a:gd name="connsiteY41" fmla="*/ 1700268 h 5549966"/>
              <a:gd name="connsiteX42" fmla="*/ 4451302 w 4549123"/>
              <a:gd name="connsiteY42" fmla="*/ 1735163 h 5549966"/>
              <a:gd name="connsiteX43" fmla="*/ 4449242 w 4549123"/>
              <a:gd name="connsiteY43" fmla="*/ 1735289 h 5549966"/>
              <a:gd name="connsiteX44" fmla="*/ 4440744 w 4549123"/>
              <a:gd name="connsiteY44" fmla="*/ 1887374 h 5549966"/>
              <a:gd name="connsiteX45" fmla="*/ 4449435 w 4549123"/>
              <a:gd name="connsiteY45" fmla="*/ 1911536 h 5549966"/>
              <a:gd name="connsiteX46" fmla="*/ 4451713 w 4549123"/>
              <a:gd name="connsiteY46" fmla="*/ 1961755 h 5549966"/>
              <a:gd name="connsiteX47" fmla="*/ 4450832 w 4549123"/>
              <a:gd name="connsiteY47" fmla="*/ 1995384 h 5549966"/>
              <a:gd name="connsiteX48" fmla="*/ 4450370 w 4549123"/>
              <a:gd name="connsiteY48" fmla="*/ 2000244 h 5549966"/>
              <a:gd name="connsiteX49" fmla="*/ 4441250 w 4549123"/>
              <a:gd name="connsiteY49" fmla="*/ 2040142 h 5549966"/>
              <a:gd name="connsiteX50" fmla="*/ 4444515 w 4549123"/>
              <a:gd name="connsiteY50" fmla="*/ 2044087 h 5549966"/>
              <a:gd name="connsiteX51" fmla="*/ 4447356 w 4549123"/>
              <a:gd name="connsiteY51" fmla="*/ 2056904 h 5549966"/>
              <a:gd name="connsiteX52" fmla="*/ 4442615 w 4549123"/>
              <a:gd name="connsiteY52" fmla="*/ 2067489 h 5549966"/>
              <a:gd name="connsiteX53" fmla="*/ 4432431 w 4549123"/>
              <a:gd name="connsiteY53" fmla="*/ 2117719 h 5549966"/>
              <a:gd name="connsiteX54" fmla="*/ 4425100 w 4549123"/>
              <a:gd name="connsiteY54" fmla="*/ 2167300 h 5549966"/>
              <a:gd name="connsiteX55" fmla="*/ 4369017 w 4549123"/>
              <a:gd name="connsiteY55" fmla="*/ 3223633 h 5549966"/>
              <a:gd name="connsiteX56" fmla="*/ 4356231 w 4549123"/>
              <a:gd name="connsiteY56" fmla="*/ 3477281 h 5549966"/>
              <a:gd name="connsiteX57" fmla="*/ 4345146 w 4549123"/>
              <a:gd name="connsiteY57" fmla="*/ 3639984 h 5549966"/>
              <a:gd name="connsiteX58" fmla="*/ 4254385 w 4549123"/>
              <a:gd name="connsiteY58" fmla="*/ 5278921 h 5549966"/>
              <a:gd name="connsiteX59" fmla="*/ 4259683 w 4549123"/>
              <a:gd name="connsiteY59" fmla="*/ 5315626 h 5549966"/>
              <a:gd name="connsiteX60" fmla="*/ 4263217 w 4549123"/>
              <a:gd name="connsiteY60" fmla="*/ 5350090 h 5549966"/>
              <a:gd name="connsiteX61" fmla="*/ 4266049 w 4549123"/>
              <a:gd name="connsiteY61" fmla="*/ 5450399 h 5549966"/>
              <a:gd name="connsiteX62" fmla="*/ 4247492 w 4549123"/>
              <a:gd name="connsiteY62" fmla="*/ 5484804 h 5549966"/>
              <a:gd name="connsiteX63" fmla="*/ 4242840 w 4549123"/>
              <a:gd name="connsiteY63" fmla="*/ 5487504 h 5549966"/>
              <a:gd name="connsiteX64" fmla="*/ 4239383 w 4549123"/>
              <a:gd name="connsiteY64" fmla="*/ 5549951 h 5549966"/>
              <a:gd name="connsiteX65" fmla="*/ 266751 w 4549123"/>
              <a:gd name="connsiteY65" fmla="*/ 5218723 h 5549966"/>
              <a:gd name="connsiteX66" fmla="*/ 12505 w 4549123"/>
              <a:gd name="connsiteY66" fmla="*/ 5243704 h 5549966"/>
              <a:gd name="connsiteX67" fmla="*/ 0 w 4549123"/>
              <a:gd name="connsiteY67" fmla="*/ 5239903 h 5549966"/>
              <a:gd name="connsiteX68" fmla="*/ 4220 w 4549123"/>
              <a:gd name="connsiteY68" fmla="*/ 5233298 h 5549966"/>
              <a:gd name="connsiteX69" fmla="*/ 4489 w 4549123"/>
              <a:gd name="connsiteY69" fmla="*/ 5230552 h 5549966"/>
              <a:gd name="connsiteX70" fmla="*/ 4759 w 4549123"/>
              <a:gd name="connsiteY70" fmla="*/ 5227804 h 5549966"/>
              <a:gd name="connsiteX71" fmla="*/ 5296 w 4549123"/>
              <a:gd name="connsiteY71" fmla="*/ 5222308 h 5549966"/>
              <a:gd name="connsiteX72" fmla="*/ 4981 w 4549123"/>
              <a:gd name="connsiteY72" fmla="*/ 5216405 h 5549966"/>
              <a:gd name="connsiteX73" fmla="*/ 4397 w 4549123"/>
              <a:gd name="connsiteY73" fmla="*/ 5213249 h 5549966"/>
              <a:gd name="connsiteX74" fmla="*/ 4666 w 4549123"/>
              <a:gd name="connsiteY74" fmla="*/ 5210500 h 5549966"/>
              <a:gd name="connsiteX75" fmla="*/ 4350 w 4549123"/>
              <a:gd name="connsiteY75" fmla="*/ 5204597 h 5549966"/>
              <a:gd name="connsiteX76" fmla="*/ 3767 w 4549123"/>
              <a:gd name="connsiteY76" fmla="*/ 5201441 h 5549966"/>
              <a:gd name="connsiteX77" fmla="*/ 3137 w 4549123"/>
              <a:gd name="connsiteY77" fmla="*/ 5189632 h 5549966"/>
              <a:gd name="connsiteX78" fmla="*/ 2553 w 4549123"/>
              <a:gd name="connsiteY78" fmla="*/ 5186477 h 5549966"/>
              <a:gd name="connsiteX79" fmla="*/ 2821 w 4549123"/>
              <a:gd name="connsiteY79" fmla="*/ 5183728 h 5549966"/>
              <a:gd name="connsiteX80" fmla="*/ 1386 w 4549123"/>
              <a:gd name="connsiteY80" fmla="*/ 5180163 h 5549966"/>
              <a:gd name="connsiteX81" fmla="*/ 6798 w 4549123"/>
              <a:gd name="connsiteY81" fmla="*/ 5116566 h 5549966"/>
              <a:gd name="connsiteX82" fmla="*/ 74412 w 4549123"/>
              <a:gd name="connsiteY82" fmla="*/ 3839310 h 5549966"/>
              <a:gd name="connsiteX83" fmla="*/ 299102 w 4549123"/>
              <a:gd name="connsiteY83" fmla="*/ 0 h 5549966"/>
              <a:gd name="connsiteX0" fmla="*/ 303426 w 4553447"/>
              <a:gd name="connsiteY0" fmla="*/ 0 h 5549966"/>
              <a:gd name="connsiteX1" fmla="*/ 3305612 w 4553447"/>
              <a:gd name="connsiteY1" fmla="*/ 171842 h 5549966"/>
              <a:gd name="connsiteX2" fmla="*/ 4134423 w 4553447"/>
              <a:gd name="connsiteY2" fmla="*/ 226950 h 5549966"/>
              <a:gd name="connsiteX3" fmla="*/ 4507617 w 4553447"/>
              <a:gd name="connsiteY3" fmla="*/ 247374 h 5549966"/>
              <a:gd name="connsiteX4" fmla="*/ 4535496 w 4553447"/>
              <a:gd name="connsiteY4" fmla="*/ 269179 h 5549966"/>
              <a:gd name="connsiteX5" fmla="*/ 4533722 w 4553447"/>
              <a:gd name="connsiteY5" fmla="*/ 300930 h 5549966"/>
              <a:gd name="connsiteX6" fmla="*/ 4536644 w 4553447"/>
              <a:gd name="connsiteY6" fmla="*/ 302647 h 5549966"/>
              <a:gd name="connsiteX7" fmla="*/ 4553070 w 4553447"/>
              <a:gd name="connsiteY7" fmla="*/ 334222 h 5549966"/>
              <a:gd name="connsiteX8" fmla="*/ 4530809 w 4553447"/>
              <a:gd name="connsiteY8" fmla="*/ 391868 h 5549966"/>
              <a:gd name="connsiteX9" fmla="*/ 4527321 w 4553447"/>
              <a:gd name="connsiteY9" fmla="*/ 415489 h 5549966"/>
              <a:gd name="connsiteX10" fmla="*/ 4522216 w 4553447"/>
              <a:gd name="connsiteY10" fmla="*/ 506828 h 5549966"/>
              <a:gd name="connsiteX11" fmla="*/ 4521566 w 4553447"/>
              <a:gd name="connsiteY11" fmla="*/ 553245 h 5549966"/>
              <a:gd name="connsiteX12" fmla="*/ 4518467 w 4553447"/>
              <a:gd name="connsiteY12" fmla="*/ 581709 h 5549966"/>
              <a:gd name="connsiteX13" fmla="*/ 4517798 w 4553447"/>
              <a:gd name="connsiteY13" fmla="*/ 585890 h 5549966"/>
              <a:gd name="connsiteX14" fmla="*/ 4504861 w 4553447"/>
              <a:gd name="connsiteY14" fmla="*/ 817404 h 5549966"/>
              <a:gd name="connsiteX15" fmla="*/ 4506574 w 4553447"/>
              <a:gd name="connsiteY15" fmla="*/ 822238 h 5549966"/>
              <a:gd name="connsiteX16" fmla="*/ 4504423 w 4553447"/>
              <a:gd name="connsiteY16" fmla="*/ 846069 h 5549966"/>
              <a:gd name="connsiteX17" fmla="*/ 4502823 w 4553447"/>
              <a:gd name="connsiteY17" fmla="*/ 853854 h 5549966"/>
              <a:gd name="connsiteX18" fmla="*/ 4496585 w 4553447"/>
              <a:gd name="connsiteY18" fmla="*/ 965485 h 5549966"/>
              <a:gd name="connsiteX19" fmla="*/ 4498662 w 4553447"/>
              <a:gd name="connsiteY19" fmla="*/ 966385 h 5549966"/>
              <a:gd name="connsiteX20" fmla="*/ 4502781 w 4553447"/>
              <a:gd name="connsiteY20" fmla="*/ 1002567 h 5549966"/>
              <a:gd name="connsiteX21" fmla="*/ 4497983 w 4553447"/>
              <a:gd name="connsiteY21" fmla="*/ 1101094 h 5549966"/>
              <a:gd name="connsiteX22" fmla="*/ 4497878 w 4553447"/>
              <a:gd name="connsiteY22" fmla="*/ 1159389 h 5549966"/>
              <a:gd name="connsiteX23" fmla="*/ 4502181 w 4553447"/>
              <a:gd name="connsiteY23" fmla="*/ 1180505 h 5549966"/>
              <a:gd name="connsiteX24" fmla="*/ 4505271 w 4553447"/>
              <a:gd name="connsiteY24" fmla="*/ 1210687 h 5549966"/>
              <a:gd name="connsiteX25" fmla="*/ 4514088 w 4553447"/>
              <a:gd name="connsiteY25" fmla="*/ 1263157 h 5549966"/>
              <a:gd name="connsiteX26" fmla="*/ 4516365 w 4553447"/>
              <a:gd name="connsiteY26" fmla="*/ 1313374 h 5549966"/>
              <a:gd name="connsiteX27" fmla="*/ 4515485 w 4553447"/>
              <a:gd name="connsiteY27" fmla="*/ 1347004 h 5549966"/>
              <a:gd name="connsiteX28" fmla="*/ 4515022 w 4553447"/>
              <a:gd name="connsiteY28" fmla="*/ 1351864 h 5549966"/>
              <a:gd name="connsiteX29" fmla="*/ 4505903 w 4553447"/>
              <a:gd name="connsiteY29" fmla="*/ 1391762 h 5549966"/>
              <a:gd name="connsiteX30" fmla="*/ 4509167 w 4553447"/>
              <a:gd name="connsiteY30" fmla="*/ 1395707 h 5549966"/>
              <a:gd name="connsiteX31" fmla="*/ 4512009 w 4553447"/>
              <a:gd name="connsiteY31" fmla="*/ 1408524 h 5549966"/>
              <a:gd name="connsiteX32" fmla="*/ 4507268 w 4553447"/>
              <a:gd name="connsiteY32" fmla="*/ 1419109 h 5549966"/>
              <a:gd name="connsiteX33" fmla="*/ 4497084 w 4553447"/>
              <a:gd name="connsiteY33" fmla="*/ 1469337 h 5549966"/>
              <a:gd name="connsiteX34" fmla="*/ 4486187 w 4553447"/>
              <a:gd name="connsiteY34" fmla="*/ 1543038 h 5549966"/>
              <a:gd name="connsiteX35" fmla="*/ 4481306 w 4553447"/>
              <a:gd name="connsiteY35" fmla="*/ 1553997 h 5549966"/>
              <a:gd name="connsiteX36" fmla="*/ 4466878 w 4553447"/>
              <a:gd name="connsiteY36" fmla="*/ 1626071 h 5549966"/>
              <a:gd name="connsiteX37" fmla="*/ 4463163 w 4553447"/>
              <a:gd name="connsiteY37" fmla="*/ 1664103 h 5549966"/>
              <a:gd name="connsiteX38" fmla="*/ 4466823 w 4553447"/>
              <a:gd name="connsiteY38" fmla="*/ 1668558 h 5549966"/>
              <a:gd name="connsiteX39" fmla="*/ 4465173 w 4553447"/>
              <a:gd name="connsiteY39" fmla="*/ 1679756 h 5549966"/>
              <a:gd name="connsiteX40" fmla="*/ 4465585 w 4553447"/>
              <a:gd name="connsiteY40" fmla="*/ 1682815 h 5549966"/>
              <a:gd name="connsiteX41" fmla="*/ 4467096 w 4553447"/>
              <a:gd name="connsiteY41" fmla="*/ 1700268 h 5549966"/>
              <a:gd name="connsiteX42" fmla="*/ 4455626 w 4553447"/>
              <a:gd name="connsiteY42" fmla="*/ 1735163 h 5549966"/>
              <a:gd name="connsiteX43" fmla="*/ 4453566 w 4553447"/>
              <a:gd name="connsiteY43" fmla="*/ 1735289 h 5549966"/>
              <a:gd name="connsiteX44" fmla="*/ 4445068 w 4553447"/>
              <a:gd name="connsiteY44" fmla="*/ 1887374 h 5549966"/>
              <a:gd name="connsiteX45" fmla="*/ 4453759 w 4553447"/>
              <a:gd name="connsiteY45" fmla="*/ 1911536 h 5549966"/>
              <a:gd name="connsiteX46" fmla="*/ 4456037 w 4553447"/>
              <a:gd name="connsiteY46" fmla="*/ 1961755 h 5549966"/>
              <a:gd name="connsiteX47" fmla="*/ 4455156 w 4553447"/>
              <a:gd name="connsiteY47" fmla="*/ 1995384 h 5549966"/>
              <a:gd name="connsiteX48" fmla="*/ 4454694 w 4553447"/>
              <a:gd name="connsiteY48" fmla="*/ 2000244 h 5549966"/>
              <a:gd name="connsiteX49" fmla="*/ 4445574 w 4553447"/>
              <a:gd name="connsiteY49" fmla="*/ 2040142 h 5549966"/>
              <a:gd name="connsiteX50" fmla="*/ 4448839 w 4553447"/>
              <a:gd name="connsiteY50" fmla="*/ 2044087 h 5549966"/>
              <a:gd name="connsiteX51" fmla="*/ 4451680 w 4553447"/>
              <a:gd name="connsiteY51" fmla="*/ 2056904 h 5549966"/>
              <a:gd name="connsiteX52" fmla="*/ 4446939 w 4553447"/>
              <a:gd name="connsiteY52" fmla="*/ 2067489 h 5549966"/>
              <a:gd name="connsiteX53" fmla="*/ 4436755 w 4553447"/>
              <a:gd name="connsiteY53" fmla="*/ 2117719 h 5549966"/>
              <a:gd name="connsiteX54" fmla="*/ 4429424 w 4553447"/>
              <a:gd name="connsiteY54" fmla="*/ 2167300 h 5549966"/>
              <a:gd name="connsiteX55" fmla="*/ 4373341 w 4553447"/>
              <a:gd name="connsiteY55" fmla="*/ 3223633 h 5549966"/>
              <a:gd name="connsiteX56" fmla="*/ 4360555 w 4553447"/>
              <a:gd name="connsiteY56" fmla="*/ 3477281 h 5549966"/>
              <a:gd name="connsiteX57" fmla="*/ 4349470 w 4553447"/>
              <a:gd name="connsiteY57" fmla="*/ 3639984 h 5549966"/>
              <a:gd name="connsiteX58" fmla="*/ 4258709 w 4553447"/>
              <a:gd name="connsiteY58" fmla="*/ 5278921 h 5549966"/>
              <a:gd name="connsiteX59" fmla="*/ 4264007 w 4553447"/>
              <a:gd name="connsiteY59" fmla="*/ 5315626 h 5549966"/>
              <a:gd name="connsiteX60" fmla="*/ 4267541 w 4553447"/>
              <a:gd name="connsiteY60" fmla="*/ 5350090 h 5549966"/>
              <a:gd name="connsiteX61" fmla="*/ 4270373 w 4553447"/>
              <a:gd name="connsiteY61" fmla="*/ 5450399 h 5549966"/>
              <a:gd name="connsiteX62" fmla="*/ 4251816 w 4553447"/>
              <a:gd name="connsiteY62" fmla="*/ 5484804 h 5549966"/>
              <a:gd name="connsiteX63" fmla="*/ 4247164 w 4553447"/>
              <a:gd name="connsiteY63" fmla="*/ 5487504 h 5549966"/>
              <a:gd name="connsiteX64" fmla="*/ 4243707 w 4553447"/>
              <a:gd name="connsiteY64" fmla="*/ 5549951 h 5549966"/>
              <a:gd name="connsiteX65" fmla="*/ 271075 w 4553447"/>
              <a:gd name="connsiteY65" fmla="*/ 5218723 h 5549966"/>
              <a:gd name="connsiteX66" fmla="*/ 0 w 4553447"/>
              <a:gd name="connsiteY66" fmla="*/ 5280167 h 5549966"/>
              <a:gd name="connsiteX67" fmla="*/ 4324 w 4553447"/>
              <a:gd name="connsiteY67" fmla="*/ 5239903 h 5549966"/>
              <a:gd name="connsiteX68" fmla="*/ 8544 w 4553447"/>
              <a:gd name="connsiteY68" fmla="*/ 5233298 h 5549966"/>
              <a:gd name="connsiteX69" fmla="*/ 8813 w 4553447"/>
              <a:gd name="connsiteY69" fmla="*/ 5230552 h 5549966"/>
              <a:gd name="connsiteX70" fmla="*/ 9083 w 4553447"/>
              <a:gd name="connsiteY70" fmla="*/ 5227804 h 5549966"/>
              <a:gd name="connsiteX71" fmla="*/ 9620 w 4553447"/>
              <a:gd name="connsiteY71" fmla="*/ 5222308 h 5549966"/>
              <a:gd name="connsiteX72" fmla="*/ 9305 w 4553447"/>
              <a:gd name="connsiteY72" fmla="*/ 5216405 h 5549966"/>
              <a:gd name="connsiteX73" fmla="*/ 8721 w 4553447"/>
              <a:gd name="connsiteY73" fmla="*/ 5213249 h 5549966"/>
              <a:gd name="connsiteX74" fmla="*/ 8990 w 4553447"/>
              <a:gd name="connsiteY74" fmla="*/ 5210500 h 5549966"/>
              <a:gd name="connsiteX75" fmla="*/ 8674 w 4553447"/>
              <a:gd name="connsiteY75" fmla="*/ 5204597 h 5549966"/>
              <a:gd name="connsiteX76" fmla="*/ 8091 w 4553447"/>
              <a:gd name="connsiteY76" fmla="*/ 5201441 h 5549966"/>
              <a:gd name="connsiteX77" fmla="*/ 7461 w 4553447"/>
              <a:gd name="connsiteY77" fmla="*/ 5189632 h 5549966"/>
              <a:gd name="connsiteX78" fmla="*/ 6877 w 4553447"/>
              <a:gd name="connsiteY78" fmla="*/ 5186477 h 5549966"/>
              <a:gd name="connsiteX79" fmla="*/ 7145 w 4553447"/>
              <a:gd name="connsiteY79" fmla="*/ 5183728 h 5549966"/>
              <a:gd name="connsiteX80" fmla="*/ 5710 w 4553447"/>
              <a:gd name="connsiteY80" fmla="*/ 5180163 h 5549966"/>
              <a:gd name="connsiteX81" fmla="*/ 11122 w 4553447"/>
              <a:gd name="connsiteY81" fmla="*/ 5116566 h 5549966"/>
              <a:gd name="connsiteX82" fmla="*/ 78736 w 4553447"/>
              <a:gd name="connsiteY82" fmla="*/ 3839310 h 5549966"/>
              <a:gd name="connsiteX83" fmla="*/ 303426 w 4553447"/>
              <a:gd name="connsiteY83" fmla="*/ 0 h 5549966"/>
              <a:gd name="connsiteX0" fmla="*/ 303426 w 4553447"/>
              <a:gd name="connsiteY0" fmla="*/ 0 h 5549973"/>
              <a:gd name="connsiteX1" fmla="*/ 3305612 w 4553447"/>
              <a:gd name="connsiteY1" fmla="*/ 171842 h 5549973"/>
              <a:gd name="connsiteX2" fmla="*/ 4134423 w 4553447"/>
              <a:gd name="connsiteY2" fmla="*/ 226950 h 5549973"/>
              <a:gd name="connsiteX3" fmla="*/ 4507617 w 4553447"/>
              <a:gd name="connsiteY3" fmla="*/ 247374 h 5549973"/>
              <a:gd name="connsiteX4" fmla="*/ 4535496 w 4553447"/>
              <a:gd name="connsiteY4" fmla="*/ 269179 h 5549973"/>
              <a:gd name="connsiteX5" fmla="*/ 4533722 w 4553447"/>
              <a:gd name="connsiteY5" fmla="*/ 300930 h 5549973"/>
              <a:gd name="connsiteX6" fmla="*/ 4536644 w 4553447"/>
              <a:gd name="connsiteY6" fmla="*/ 302647 h 5549973"/>
              <a:gd name="connsiteX7" fmla="*/ 4553070 w 4553447"/>
              <a:gd name="connsiteY7" fmla="*/ 334222 h 5549973"/>
              <a:gd name="connsiteX8" fmla="*/ 4530809 w 4553447"/>
              <a:gd name="connsiteY8" fmla="*/ 391868 h 5549973"/>
              <a:gd name="connsiteX9" fmla="*/ 4527321 w 4553447"/>
              <a:gd name="connsiteY9" fmla="*/ 415489 h 5549973"/>
              <a:gd name="connsiteX10" fmla="*/ 4522216 w 4553447"/>
              <a:gd name="connsiteY10" fmla="*/ 506828 h 5549973"/>
              <a:gd name="connsiteX11" fmla="*/ 4521566 w 4553447"/>
              <a:gd name="connsiteY11" fmla="*/ 553245 h 5549973"/>
              <a:gd name="connsiteX12" fmla="*/ 4518467 w 4553447"/>
              <a:gd name="connsiteY12" fmla="*/ 581709 h 5549973"/>
              <a:gd name="connsiteX13" fmla="*/ 4517798 w 4553447"/>
              <a:gd name="connsiteY13" fmla="*/ 585890 h 5549973"/>
              <a:gd name="connsiteX14" fmla="*/ 4504861 w 4553447"/>
              <a:gd name="connsiteY14" fmla="*/ 817404 h 5549973"/>
              <a:gd name="connsiteX15" fmla="*/ 4506574 w 4553447"/>
              <a:gd name="connsiteY15" fmla="*/ 822238 h 5549973"/>
              <a:gd name="connsiteX16" fmla="*/ 4504423 w 4553447"/>
              <a:gd name="connsiteY16" fmla="*/ 846069 h 5549973"/>
              <a:gd name="connsiteX17" fmla="*/ 4502823 w 4553447"/>
              <a:gd name="connsiteY17" fmla="*/ 853854 h 5549973"/>
              <a:gd name="connsiteX18" fmla="*/ 4496585 w 4553447"/>
              <a:gd name="connsiteY18" fmla="*/ 965485 h 5549973"/>
              <a:gd name="connsiteX19" fmla="*/ 4498662 w 4553447"/>
              <a:gd name="connsiteY19" fmla="*/ 966385 h 5549973"/>
              <a:gd name="connsiteX20" fmla="*/ 4502781 w 4553447"/>
              <a:gd name="connsiteY20" fmla="*/ 1002567 h 5549973"/>
              <a:gd name="connsiteX21" fmla="*/ 4497983 w 4553447"/>
              <a:gd name="connsiteY21" fmla="*/ 1101094 h 5549973"/>
              <a:gd name="connsiteX22" fmla="*/ 4497878 w 4553447"/>
              <a:gd name="connsiteY22" fmla="*/ 1159389 h 5549973"/>
              <a:gd name="connsiteX23" fmla="*/ 4502181 w 4553447"/>
              <a:gd name="connsiteY23" fmla="*/ 1180505 h 5549973"/>
              <a:gd name="connsiteX24" fmla="*/ 4505271 w 4553447"/>
              <a:gd name="connsiteY24" fmla="*/ 1210687 h 5549973"/>
              <a:gd name="connsiteX25" fmla="*/ 4514088 w 4553447"/>
              <a:gd name="connsiteY25" fmla="*/ 1263157 h 5549973"/>
              <a:gd name="connsiteX26" fmla="*/ 4516365 w 4553447"/>
              <a:gd name="connsiteY26" fmla="*/ 1313374 h 5549973"/>
              <a:gd name="connsiteX27" fmla="*/ 4515485 w 4553447"/>
              <a:gd name="connsiteY27" fmla="*/ 1347004 h 5549973"/>
              <a:gd name="connsiteX28" fmla="*/ 4515022 w 4553447"/>
              <a:gd name="connsiteY28" fmla="*/ 1351864 h 5549973"/>
              <a:gd name="connsiteX29" fmla="*/ 4505903 w 4553447"/>
              <a:gd name="connsiteY29" fmla="*/ 1391762 h 5549973"/>
              <a:gd name="connsiteX30" fmla="*/ 4509167 w 4553447"/>
              <a:gd name="connsiteY30" fmla="*/ 1395707 h 5549973"/>
              <a:gd name="connsiteX31" fmla="*/ 4512009 w 4553447"/>
              <a:gd name="connsiteY31" fmla="*/ 1408524 h 5549973"/>
              <a:gd name="connsiteX32" fmla="*/ 4507268 w 4553447"/>
              <a:gd name="connsiteY32" fmla="*/ 1419109 h 5549973"/>
              <a:gd name="connsiteX33" fmla="*/ 4497084 w 4553447"/>
              <a:gd name="connsiteY33" fmla="*/ 1469337 h 5549973"/>
              <a:gd name="connsiteX34" fmla="*/ 4486187 w 4553447"/>
              <a:gd name="connsiteY34" fmla="*/ 1543038 h 5549973"/>
              <a:gd name="connsiteX35" fmla="*/ 4481306 w 4553447"/>
              <a:gd name="connsiteY35" fmla="*/ 1553997 h 5549973"/>
              <a:gd name="connsiteX36" fmla="*/ 4466878 w 4553447"/>
              <a:gd name="connsiteY36" fmla="*/ 1626071 h 5549973"/>
              <a:gd name="connsiteX37" fmla="*/ 4463163 w 4553447"/>
              <a:gd name="connsiteY37" fmla="*/ 1664103 h 5549973"/>
              <a:gd name="connsiteX38" fmla="*/ 4466823 w 4553447"/>
              <a:gd name="connsiteY38" fmla="*/ 1668558 h 5549973"/>
              <a:gd name="connsiteX39" fmla="*/ 4465173 w 4553447"/>
              <a:gd name="connsiteY39" fmla="*/ 1679756 h 5549973"/>
              <a:gd name="connsiteX40" fmla="*/ 4465585 w 4553447"/>
              <a:gd name="connsiteY40" fmla="*/ 1682815 h 5549973"/>
              <a:gd name="connsiteX41" fmla="*/ 4467096 w 4553447"/>
              <a:gd name="connsiteY41" fmla="*/ 1700268 h 5549973"/>
              <a:gd name="connsiteX42" fmla="*/ 4455626 w 4553447"/>
              <a:gd name="connsiteY42" fmla="*/ 1735163 h 5549973"/>
              <a:gd name="connsiteX43" fmla="*/ 4453566 w 4553447"/>
              <a:gd name="connsiteY43" fmla="*/ 1735289 h 5549973"/>
              <a:gd name="connsiteX44" fmla="*/ 4445068 w 4553447"/>
              <a:gd name="connsiteY44" fmla="*/ 1887374 h 5549973"/>
              <a:gd name="connsiteX45" fmla="*/ 4453759 w 4553447"/>
              <a:gd name="connsiteY45" fmla="*/ 1911536 h 5549973"/>
              <a:gd name="connsiteX46" fmla="*/ 4456037 w 4553447"/>
              <a:gd name="connsiteY46" fmla="*/ 1961755 h 5549973"/>
              <a:gd name="connsiteX47" fmla="*/ 4455156 w 4553447"/>
              <a:gd name="connsiteY47" fmla="*/ 1995384 h 5549973"/>
              <a:gd name="connsiteX48" fmla="*/ 4454694 w 4553447"/>
              <a:gd name="connsiteY48" fmla="*/ 2000244 h 5549973"/>
              <a:gd name="connsiteX49" fmla="*/ 4445574 w 4553447"/>
              <a:gd name="connsiteY49" fmla="*/ 2040142 h 5549973"/>
              <a:gd name="connsiteX50" fmla="*/ 4448839 w 4553447"/>
              <a:gd name="connsiteY50" fmla="*/ 2044087 h 5549973"/>
              <a:gd name="connsiteX51" fmla="*/ 4451680 w 4553447"/>
              <a:gd name="connsiteY51" fmla="*/ 2056904 h 5549973"/>
              <a:gd name="connsiteX52" fmla="*/ 4446939 w 4553447"/>
              <a:gd name="connsiteY52" fmla="*/ 2067489 h 5549973"/>
              <a:gd name="connsiteX53" fmla="*/ 4436755 w 4553447"/>
              <a:gd name="connsiteY53" fmla="*/ 2117719 h 5549973"/>
              <a:gd name="connsiteX54" fmla="*/ 4429424 w 4553447"/>
              <a:gd name="connsiteY54" fmla="*/ 2167300 h 5549973"/>
              <a:gd name="connsiteX55" fmla="*/ 4373341 w 4553447"/>
              <a:gd name="connsiteY55" fmla="*/ 3223633 h 5549973"/>
              <a:gd name="connsiteX56" fmla="*/ 4360555 w 4553447"/>
              <a:gd name="connsiteY56" fmla="*/ 3477281 h 5549973"/>
              <a:gd name="connsiteX57" fmla="*/ 4349470 w 4553447"/>
              <a:gd name="connsiteY57" fmla="*/ 3639984 h 5549973"/>
              <a:gd name="connsiteX58" fmla="*/ 4258709 w 4553447"/>
              <a:gd name="connsiteY58" fmla="*/ 5278921 h 5549973"/>
              <a:gd name="connsiteX59" fmla="*/ 4264007 w 4553447"/>
              <a:gd name="connsiteY59" fmla="*/ 5315626 h 5549973"/>
              <a:gd name="connsiteX60" fmla="*/ 4267541 w 4553447"/>
              <a:gd name="connsiteY60" fmla="*/ 5350090 h 5549973"/>
              <a:gd name="connsiteX61" fmla="*/ 4270373 w 4553447"/>
              <a:gd name="connsiteY61" fmla="*/ 5450399 h 5549973"/>
              <a:gd name="connsiteX62" fmla="*/ 4251816 w 4553447"/>
              <a:gd name="connsiteY62" fmla="*/ 5484804 h 5549973"/>
              <a:gd name="connsiteX63" fmla="*/ 4247164 w 4553447"/>
              <a:gd name="connsiteY63" fmla="*/ 5487504 h 5549973"/>
              <a:gd name="connsiteX64" fmla="*/ 4243707 w 4553447"/>
              <a:gd name="connsiteY64" fmla="*/ 5549951 h 5549973"/>
              <a:gd name="connsiteX65" fmla="*/ 310344 w 4553447"/>
              <a:gd name="connsiteY65" fmla="*/ 5297261 h 5549973"/>
              <a:gd name="connsiteX66" fmla="*/ 0 w 4553447"/>
              <a:gd name="connsiteY66" fmla="*/ 5280167 h 5549973"/>
              <a:gd name="connsiteX67" fmla="*/ 4324 w 4553447"/>
              <a:gd name="connsiteY67" fmla="*/ 5239903 h 5549973"/>
              <a:gd name="connsiteX68" fmla="*/ 8544 w 4553447"/>
              <a:gd name="connsiteY68" fmla="*/ 5233298 h 5549973"/>
              <a:gd name="connsiteX69" fmla="*/ 8813 w 4553447"/>
              <a:gd name="connsiteY69" fmla="*/ 5230552 h 5549973"/>
              <a:gd name="connsiteX70" fmla="*/ 9083 w 4553447"/>
              <a:gd name="connsiteY70" fmla="*/ 5227804 h 5549973"/>
              <a:gd name="connsiteX71" fmla="*/ 9620 w 4553447"/>
              <a:gd name="connsiteY71" fmla="*/ 5222308 h 5549973"/>
              <a:gd name="connsiteX72" fmla="*/ 9305 w 4553447"/>
              <a:gd name="connsiteY72" fmla="*/ 5216405 h 5549973"/>
              <a:gd name="connsiteX73" fmla="*/ 8721 w 4553447"/>
              <a:gd name="connsiteY73" fmla="*/ 5213249 h 5549973"/>
              <a:gd name="connsiteX74" fmla="*/ 8990 w 4553447"/>
              <a:gd name="connsiteY74" fmla="*/ 5210500 h 5549973"/>
              <a:gd name="connsiteX75" fmla="*/ 8674 w 4553447"/>
              <a:gd name="connsiteY75" fmla="*/ 5204597 h 5549973"/>
              <a:gd name="connsiteX76" fmla="*/ 8091 w 4553447"/>
              <a:gd name="connsiteY76" fmla="*/ 5201441 h 5549973"/>
              <a:gd name="connsiteX77" fmla="*/ 7461 w 4553447"/>
              <a:gd name="connsiteY77" fmla="*/ 5189632 h 5549973"/>
              <a:gd name="connsiteX78" fmla="*/ 6877 w 4553447"/>
              <a:gd name="connsiteY78" fmla="*/ 5186477 h 5549973"/>
              <a:gd name="connsiteX79" fmla="*/ 7145 w 4553447"/>
              <a:gd name="connsiteY79" fmla="*/ 5183728 h 5549973"/>
              <a:gd name="connsiteX80" fmla="*/ 5710 w 4553447"/>
              <a:gd name="connsiteY80" fmla="*/ 5180163 h 5549973"/>
              <a:gd name="connsiteX81" fmla="*/ 11122 w 4553447"/>
              <a:gd name="connsiteY81" fmla="*/ 5116566 h 5549973"/>
              <a:gd name="connsiteX82" fmla="*/ 78736 w 4553447"/>
              <a:gd name="connsiteY82" fmla="*/ 3839310 h 5549973"/>
              <a:gd name="connsiteX83" fmla="*/ 303426 w 4553447"/>
              <a:gd name="connsiteY83" fmla="*/ 0 h 5549973"/>
              <a:gd name="connsiteX0" fmla="*/ 303426 w 4553447"/>
              <a:gd name="connsiteY0" fmla="*/ 0 h 5549974"/>
              <a:gd name="connsiteX1" fmla="*/ 3305612 w 4553447"/>
              <a:gd name="connsiteY1" fmla="*/ 171842 h 5549974"/>
              <a:gd name="connsiteX2" fmla="*/ 4134423 w 4553447"/>
              <a:gd name="connsiteY2" fmla="*/ 226950 h 5549974"/>
              <a:gd name="connsiteX3" fmla="*/ 4507617 w 4553447"/>
              <a:gd name="connsiteY3" fmla="*/ 247374 h 5549974"/>
              <a:gd name="connsiteX4" fmla="*/ 4535496 w 4553447"/>
              <a:gd name="connsiteY4" fmla="*/ 269179 h 5549974"/>
              <a:gd name="connsiteX5" fmla="*/ 4533722 w 4553447"/>
              <a:gd name="connsiteY5" fmla="*/ 300930 h 5549974"/>
              <a:gd name="connsiteX6" fmla="*/ 4536644 w 4553447"/>
              <a:gd name="connsiteY6" fmla="*/ 302647 h 5549974"/>
              <a:gd name="connsiteX7" fmla="*/ 4553070 w 4553447"/>
              <a:gd name="connsiteY7" fmla="*/ 334222 h 5549974"/>
              <a:gd name="connsiteX8" fmla="*/ 4530809 w 4553447"/>
              <a:gd name="connsiteY8" fmla="*/ 391868 h 5549974"/>
              <a:gd name="connsiteX9" fmla="*/ 4527321 w 4553447"/>
              <a:gd name="connsiteY9" fmla="*/ 415489 h 5549974"/>
              <a:gd name="connsiteX10" fmla="*/ 4522216 w 4553447"/>
              <a:gd name="connsiteY10" fmla="*/ 506828 h 5549974"/>
              <a:gd name="connsiteX11" fmla="*/ 4521566 w 4553447"/>
              <a:gd name="connsiteY11" fmla="*/ 553245 h 5549974"/>
              <a:gd name="connsiteX12" fmla="*/ 4518467 w 4553447"/>
              <a:gd name="connsiteY12" fmla="*/ 581709 h 5549974"/>
              <a:gd name="connsiteX13" fmla="*/ 4517798 w 4553447"/>
              <a:gd name="connsiteY13" fmla="*/ 585890 h 5549974"/>
              <a:gd name="connsiteX14" fmla="*/ 4504861 w 4553447"/>
              <a:gd name="connsiteY14" fmla="*/ 817404 h 5549974"/>
              <a:gd name="connsiteX15" fmla="*/ 4506574 w 4553447"/>
              <a:gd name="connsiteY15" fmla="*/ 822238 h 5549974"/>
              <a:gd name="connsiteX16" fmla="*/ 4504423 w 4553447"/>
              <a:gd name="connsiteY16" fmla="*/ 846069 h 5549974"/>
              <a:gd name="connsiteX17" fmla="*/ 4502823 w 4553447"/>
              <a:gd name="connsiteY17" fmla="*/ 853854 h 5549974"/>
              <a:gd name="connsiteX18" fmla="*/ 4496585 w 4553447"/>
              <a:gd name="connsiteY18" fmla="*/ 965485 h 5549974"/>
              <a:gd name="connsiteX19" fmla="*/ 4498662 w 4553447"/>
              <a:gd name="connsiteY19" fmla="*/ 966385 h 5549974"/>
              <a:gd name="connsiteX20" fmla="*/ 4502781 w 4553447"/>
              <a:gd name="connsiteY20" fmla="*/ 1002567 h 5549974"/>
              <a:gd name="connsiteX21" fmla="*/ 4497983 w 4553447"/>
              <a:gd name="connsiteY21" fmla="*/ 1101094 h 5549974"/>
              <a:gd name="connsiteX22" fmla="*/ 4497878 w 4553447"/>
              <a:gd name="connsiteY22" fmla="*/ 1159389 h 5549974"/>
              <a:gd name="connsiteX23" fmla="*/ 4502181 w 4553447"/>
              <a:gd name="connsiteY23" fmla="*/ 1180505 h 5549974"/>
              <a:gd name="connsiteX24" fmla="*/ 4505271 w 4553447"/>
              <a:gd name="connsiteY24" fmla="*/ 1210687 h 5549974"/>
              <a:gd name="connsiteX25" fmla="*/ 4514088 w 4553447"/>
              <a:gd name="connsiteY25" fmla="*/ 1263157 h 5549974"/>
              <a:gd name="connsiteX26" fmla="*/ 4516365 w 4553447"/>
              <a:gd name="connsiteY26" fmla="*/ 1313374 h 5549974"/>
              <a:gd name="connsiteX27" fmla="*/ 4515485 w 4553447"/>
              <a:gd name="connsiteY27" fmla="*/ 1347004 h 5549974"/>
              <a:gd name="connsiteX28" fmla="*/ 4515022 w 4553447"/>
              <a:gd name="connsiteY28" fmla="*/ 1351864 h 5549974"/>
              <a:gd name="connsiteX29" fmla="*/ 4505903 w 4553447"/>
              <a:gd name="connsiteY29" fmla="*/ 1391762 h 5549974"/>
              <a:gd name="connsiteX30" fmla="*/ 4509167 w 4553447"/>
              <a:gd name="connsiteY30" fmla="*/ 1395707 h 5549974"/>
              <a:gd name="connsiteX31" fmla="*/ 4512009 w 4553447"/>
              <a:gd name="connsiteY31" fmla="*/ 1408524 h 5549974"/>
              <a:gd name="connsiteX32" fmla="*/ 4507268 w 4553447"/>
              <a:gd name="connsiteY32" fmla="*/ 1419109 h 5549974"/>
              <a:gd name="connsiteX33" fmla="*/ 4497084 w 4553447"/>
              <a:gd name="connsiteY33" fmla="*/ 1469337 h 5549974"/>
              <a:gd name="connsiteX34" fmla="*/ 4486187 w 4553447"/>
              <a:gd name="connsiteY34" fmla="*/ 1543038 h 5549974"/>
              <a:gd name="connsiteX35" fmla="*/ 4481306 w 4553447"/>
              <a:gd name="connsiteY35" fmla="*/ 1553997 h 5549974"/>
              <a:gd name="connsiteX36" fmla="*/ 4466878 w 4553447"/>
              <a:gd name="connsiteY36" fmla="*/ 1626071 h 5549974"/>
              <a:gd name="connsiteX37" fmla="*/ 4463163 w 4553447"/>
              <a:gd name="connsiteY37" fmla="*/ 1664103 h 5549974"/>
              <a:gd name="connsiteX38" fmla="*/ 4466823 w 4553447"/>
              <a:gd name="connsiteY38" fmla="*/ 1668558 h 5549974"/>
              <a:gd name="connsiteX39" fmla="*/ 4465173 w 4553447"/>
              <a:gd name="connsiteY39" fmla="*/ 1679756 h 5549974"/>
              <a:gd name="connsiteX40" fmla="*/ 4465585 w 4553447"/>
              <a:gd name="connsiteY40" fmla="*/ 1682815 h 5549974"/>
              <a:gd name="connsiteX41" fmla="*/ 4467096 w 4553447"/>
              <a:gd name="connsiteY41" fmla="*/ 1700268 h 5549974"/>
              <a:gd name="connsiteX42" fmla="*/ 4455626 w 4553447"/>
              <a:gd name="connsiteY42" fmla="*/ 1735163 h 5549974"/>
              <a:gd name="connsiteX43" fmla="*/ 4453566 w 4553447"/>
              <a:gd name="connsiteY43" fmla="*/ 1735289 h 5549974"/>
              <a:gd name="connsiteX44" fmla="*/ 4445068 w 4553447"/>
              <a:gd name="connsiteY44" fmla="*/ 1887374 h 5549974"/>
              <a:gd name="connsiteX45" fmla="*/ 4453759 w 4553447"/>
              <a:gd name="connsiteY45" fmla="*/ 1911536 h 5549974"/>
              <a:gd name="connsiteX46" fmla="*/ 4456037 w 4553447"/>
              <a:gd name="connsiteY46" fmla="*/ 1961755 h 5549974"/>
              <a:gd name="connsiteX47" fmla="*/ 4455156 w 4553447"/>
              <a:gd name="connsiteY47" fmla="*/ 1995384 h 5549974"/>
              <a:gd name="connsiteX48" fmla="*/ 4454694 w 4553447"/>
              <a:gd name="connsiteY48" fmla="*/ 2000244 h 5549974"/>
              <a:gd name="connsiteX49" fmla="*/ 4445574 w 4553447"/>
              <a:gd name="connsiteY49" fmla="*/ 2040142 h 5549974"/>
              <a:gd name="connsiteX50" fmla="*/ 4448839 w 4553447"/>
              <a:gd name="connsiteY50" fmla="*/ 2044087 h 5549974"/>
              <a:gd name="connsiteX51" fmla="*/ 4451680 w 4553447"/>
              <a:gd name="connsiteY51" fmla="*/ 2056904 h 5549974"/>
              <a:gd name="connsiteX52" fmla="*/ 4446939 w 4553447"/>
              <a:gd name="connsiteY52" fmla="*/ 2067489 h 5549974"/>
              <a:gd name="connsiteX53" fmla="*/ 4436755 w 4553447"/>
              <a:gd name="connsiteY53" fmla="*/ 2117719 h 5549974"/>
              <a:gd name="connsiteX54" fmla="*/ 4429424 w 4553447"/>
              <a:gd name="connsiteY54" fmla="*/ 2167300 h 5549974"/>
              <a:gd name="connsiteX55" fmla="*/ 4373341 w 4553447"/>
              <a:gd name="connsiteY55" fmla="*/ 3223633 h 5549974"/>
              <a:gd name="connsiteX56" fmla="*/ 4360555 w 4553447"/>
              <a:gd name="connsiteY56" fmla="*/ 3477281 h 5549974"/>
              <a:gd name="connsiteX57" fmla="*/ 4349470 w 4553447"/>
              <a:gd name="connsiteY57" fmla="*/ 3639984 h 5549974"/>
              <a:gd name="connsiteX58" fmla="*/ 4258709 w 4553447"/>
              <a:gd name="connsiteY58" fmla="*/ 5278921 h 5549974"/>
              <a:gd name="connsiteX59" fmla="*/ 4264007 w 4553447"/>
              <a:gd name="connsiteY59" fmla="*/ 5315626 h 5549974"/>
              <a:gd name="connsiteX60" fmla="*/ 4267541 w 4553447"/>
              <a:gd name="connsiteY60" fmla="*/ 5350090 h 5549974"/>
              <a:gd name="connsiteX61" fmla="*/ 4270373 w 4553447"/>
              <a:gd name="connsiteY61" fmla="*/ 5450399 h 5549974"/>
              <a:gd name="connsiteX62" fmla="*/ 4251816 w 4553447"/>
              <a:gd name="connsiteY62" fmla="*/ 5484804 h 5549974"/>
              <a:gd name="connsiteX63" fmla="*/ 4247164 w 4553447"/>
              <a:gd name="connsiteY63" fmla="*/ 5487504 h 5549974"/>
              <a:gd name="connsiteX64" fmla="*/ 4243707 w 4553447"/>
              <a:gd name="connsiteY64" fmla="*/ 5549951 h 5549974"/>
              <a:gd name="connsiteX65" fmla="*/ 310344 w 4553447"/>
              <a:gd name="connsiteY65" fmla="*/ 5297261 h 5549974"/>
              <a:gd name="connsiteX66" fmla="*/ 0 w 4553447"/>
              <a:gd name="connsiteY66" fmla="*/ 5280167 h 5549974"/>
              <a:gd name="connsiteX67" fmla="*/ 4324 w 4553447"/>
              <a:gd name="connsiteY67" fmla="*/ 5239903 h 5549974"/>
              <a:gd name="connsiteX68" fmla="*/ 8544 w 4553447"/>
              <a:gd name="connsiteY68" fmla="*/ 5233298 h 5549974"/>
              <a:gd name="connsiteX69" fmla="*/ 8813 w 4553447"/>
              <a:gd name="connsiteY69" fmla="*/ 5230552 h 5549974"/>
              <a:gd name="connsiteX70" fmla="*/ 9083 w 4553447"/>
              <a:gd name="connsiteY70" fmla="*/ 5227804 h 5549974"/>
              <a:gd name="connsiteX71" fmla="*/ 9620 w 4553447"/>
              <a:gd name="connsiteY71" fmla="*/ 5222308 h 5549974"/>
              <a:gd name="connsiteX72" fmla="*/ 9305 w 4553447"/>
              <a:gd name="connsiteY72" fmla="*/ 5216405 h 5549974"/>
              <a:gd name="connsiteX73" fmla="*/ 8721 w 4553447"/>
              <a:gd name="connsiteY73" fmla="*/ 5213249 h 5549974"/>
              <a:gd name="connsiteX74" fmla="*/ 8990 w 4553447"/>
              <a:gd name="connsiteY74" fmla="*/ 5210500 h 5549974"/>
              <a:gd name="connsiteX75" fmla="*/ 8674 w 4553447"/>
              <a:gd name="connsiteY75" fmla="*/ 5204597 h 5549974"/>
              <a:gd name="connsiteX76" fmla="*/ 8091 w 4553447"/>
              <a:gd name="connsiteY76" fmla="*/ 5201441 h 5549974"/>
              <a:gd name="connsiteX77" fmla="*/ 7461 w 4553447"/>
              <a:gd name="connsiteY77" fmla="*/ 5189632 h 5549974"/>
              <a:gd name="connsiteX78" fmla="*/ 6877 w 4553447"/>
              <a:gd name="connsiteY78" fmla="*/ 5186477 h 5549974"/>
              <a:gd name="connsiteX79" fmla="*/ 7145 w 4553447"/>
              <a:gd name="connsiteY79" fmla="*/ 5183728 h 5549974"/>
              <a:gd name="connsiteX80" fmla="*/ 5710 w 4553447"/>
              <a:gd name="connsiteY80" fmla="*/ 5180163 h 5549974"/>
              <a:gd name="connsiteX81" fmla="*/ 11122 w 4553447"/>
              <a:gd name="connsiteY81" fmla="*/ 5116566 h 5549974"/>
              <a:gd name="connsiteX82" fmla="*/ 78736 w 4553447"/>
              <a:gd name="connsiteY82" fmla="*/ 3839310 h 5549974"/>
              <a:gd name="connsiteX83" fmla="*/ 303426 w 4553447"/>
              <a:gd name="connsiteY83" fmla="*/ 0 h 5549974"/>
              <a:gd name="connsiteX0" fmla="*/ 303343 w 4553364"/>
              <a:gd name="connsiteY0" fmla="*/ 0 h 5549974"/>
              <a:gd name="connsiteX1" fmla="*/ 3305529 w 4553364"/>
              <a:gd name="connsiteY1" fmla="*/ 171842 h 5549974"/>
              <a:gd name="connsiteX2" fmla="*/ 4134340 w 4553364"/>
              <a:gd name="connsiteY2" fmla="*/ 226950 h 5549974"/>
              <a:gd name="connsiteX3" fmla="*/ 4507534 w 4553364"/>
              <a:gd name="connsiteY3" fmla="*/ 247374 h 5549974"/>
              <a:gd name="connsiteX4" fmla="*/ 4535413 w 4553364"/>
              <a:gd name="connsiteY4" fmla="*/ 269179 h 5549974"/>
              <a:gd name="connsiteX5" fmla="*/ 4533639 w 4553364"/>
              <a:gd name="connsiteY5" fmla="*/ 300930 h 5549974"/>
              <a:gd name="connsiteX6" fmla="*/ 4536561 w 4553364"/>
              <a:gd name="connsiteY6" fmla="*/ 302647 h 5549974"/>
              <a:gd name="connsiteX7" fmla="*/ 4552987 w 4553364"/>
              <a:gd name="connsiteY7" fmla="*/ 334222 h 5549974"/>
              <a:gd name="connsiteX8" fmla="*/ 4530726 w 4553364"/>
              <a:gd name="connsiteY8" fmla="*/ 391868 h 5549974"/>
              <a:gd name="connsiteX9" fmla="*/ 4527238 w 4553364"/>
              <a:gd name="connsiteY9" fmla="*/ 415489 h 5549974"/>
              <a:gd name="connsiteX10" fmla="*/ 4522133 w 4553364"/>
              <a:gd name="connsiteY10" fmla="*/ 506828 h 5549974"/>
              <a:gd name="connsiteX11" fmla="*/ 4521483 w 4553364"/>
              <a:gd name="connsiteY11" fmla="*/ 553245 h 5549974"/>
              <a:gd name="connsiteX12" fmla="*/ 4518384 w 4553364"/>
              <a:gd name="connsiteY12" fmla="*/ 581709 h 5549974"/>
              <a:gd name="connsiteX13" fmla="*/ 4517715 w 4553364"/>
              <a:gd name="connsiteY13" fmla="*/ 585890 h 5549974"/>
              <a:gd name="connsiteX14" fmla="*/ 4504778 w 4553364"/>
              <a:gd name="connsiteY14" fmla="*/ 817404 h 5549974"/>
              <a:gd name="connsiteX15" fmla="*/ 4506491 w 4553364"/>
              <a:gd name="connsiteY15" fmla="*/ 822238 h 5549974"/>
              <a:gd name="connsiteX16" fmla="*/ 4504340 w 4553364"/>
              <a:gd name="connsiteY16" fmla="*/ 846069 h 5549974"/>
              <a:gd name="connsiteX17" fmla="*/ 4502740 w 4553364"/>
              <a:gd name="connsiteY17" fmla="*/ 853854 h 5549974"/>
              <a:gd name="connsiteX18" fmla="*/ 4496502 w 4553364"/>
              <a:gd name="connsiteY18" fmla="*/ 965485 h 5549974"/>
              <a:gd name="connsiteX19" fmla="*/ 4498579 w 4553364"/>
              <a:gd name="connsiteY19" fmla="*/ 966385 h 5549974"/>
              <a:gd name="connsiteX20" fmla="*/ 4502698 w 4553364"/>
              <a:gd name="connsiteY20" fmla="*/ 1002567 h 5549974"/>
              <a:gd name="connsiteX21" fmla="*/ 4497900 w 4553364"/>
              <a:gd name="connsiteY21" fmla="*/ 1101094 h 5549974"/>
              <a:gd name="connsiteX22" fmla="*/ 4497795 w 4553364"/>
              <a:gd name="connsiteY22" fmla="*/ 1159389 h 5549974"/>
              <a:gd name="connsiteX23" fmla="*/ 4502098 w 4553364"/>
              <a:gd name="connsiteY23" fmla="*/ 1180505 h 5549974"/>
              <a:gd name="connsiteX24" fmla="*/ 4505188 w 4553364"/>
              <a:gd name="connsiteY24" fmla="*/ 1210687 h 5549974"/>
              <a:gd name="connsiteX25" fmla="*/ 4514005 w 4553364"/>
              <a:gd name="connsiteY25" fmla="*/ 1263157 h 5549974"/>
              <a:gd name="connsiteX26" fmla="*/ 4516282 w 4553364"/>
              <a:gd name="connsiteY26" fmla="*/ 1313374 h 5549974"/>
              <a:gd name="connsiteX27" fmla="*/ 4515402 w 4553364"/>
              <a:gd name="connsiteY27" fmla="*/ 1347004 h 5549974"/>
              <a:gd name="connsiteX28" fmla="*/ 4514939 w 4553364"/>
              <a:gd name="connsiteY28" fmla="*/ 1351864 h 5549974"/>
              <a:gd name="connsiteX29" fmla="*/ 4505820 w 4553364"/>
              <a:gd name="connsiteY29" fmla="*/ 1391762 h 5549974"/>
              <a:gd name="connsiteX30" fmla="*/ 4509084 w 4553364"/>
              <a:gd name="connsiteY30" fmla="*/ 1395707 h 5549974"/>
              <a:gd name="connsiteX31" fmla="*/ 4511926 w 4553364"/>
              <a:gd name="connsiteY31" fmla="*/ 1408524 h 5549974"/>
              <a:gd name="connsiteX32" fmla="*/ 4507185 w 4553364"/>
              <a:gd name="connsiteY32" fmla="*/ 1419109 h 5549974"/>
              <a:gd name="connsiteX33" fmla="*/ 4497001 w 4553364"/>
              <a:gd name="connsiteY33" fmla="*/ 1469337 h 5549974"/>
              <a:gd name="connsiteX34" fmla="*/ 4486104 w 4553364"/>
              <a:gd name="connsiteY34" fmla="*/ 1543038 h 5549974"/>
              <a:gd name="connsiteX35" fmla="*/ 4481223 w 4553364"/>
              <a:gd name="connsiteY35" fmla="*/ 1553997 h 5549974"/>
              <a:gd name="connsiteX36" fmla="*/ 4466795 w 4553364"/>
              <a:gd name="connsiteY36" fmla="*/ 1626071 h 5549974"/>
              <a:gd name="connsiteX37" fmla="*/ 4463080 w 4553364"/>
              <a:gd name="connsiteY37" fmla="*/ 1664103 h 5549974"/>
              <a:gd name="connsiteX38" fmla="*/ 4466740 w 4553364"/>
              <a:gd name="connsiteY38" fmla="*/ 1668558 h 5549974"/>
              <a:gd name="connsiteX39" fmla="*/ 4465090 w 4553364"/>
              <a:gd name="connsiteY39" fmla="*/ 1679756 h 5549974"/>
              <a:gd name="connsiteX40" fmla="*/ 4465502 w 4553364"/>
              <a:gd name="connsiteY40" fmla="*/ 1682815 h 5549974"/>
              <a:gd name="connsiteX41" fmla="*/ 4467013 w 4553364"/>
              <a:gd name="connsiteY41" fmla="*/ 1700268 h 5549974"/>
              <a:gd name="connsiteX42" fmla="*/ 4455543 w 4553364"/>
              <a:gd name="connsiteY42" fmla="*/ 1735163 h 5549974"/>
              <a:gd name="connsiteX43" fmla="*/ 4453483 w 4553364"/>
              <a:gd name="connsiteY43" fmla="*/ 1735289 h 5549974"/>
              <a:gd name="connsiteX44" fmla="*/ 4444985 w 4553364"/>
              <a:gd name="connsiteY44" fmla="*/ 1887374 h 5549974"/>
              <a:gd name="connsiteX45" fmla="*/ 4453676 w 4553364"/>
              <a:gd name="connsiteY45" fmla="*/ 1911536 h 5549974"/>
              <a:gd name="connsiteX46" fmla="*/ 4455954 w 4553364"/>
              <a:gd name="connsiteY46" fmla="*/ 1961755 h 5549974"/>
              <a:gd name="connsiteX47" fmla="*/ 4455073 w 4553364"/>
              <a:gd name="connsiteY47" fmla="*/ 1995384 h 5549974"/>
              <a:gd name="connsiteX48" fmla="*/ 4454611 w 4553364"/>
              <a:gd name="connsiteY48" fmla="*/ 2000244 h 5549974"/>
              <a:gd name="connsiteX49" fmla="*/ 4445491 w 4553364"/>
              <a:gd name="connsiteY49" fmla="*/ 2040142 h 5549974"/>
              <a:gd name="connsiteX50" fmla="*/ 4448756 w 4553364"/>
              <a:gd name="connsiteY50" fmla="*/ 2044087 h 5549974"/>
              <a:gd name="connsiteX51" fmla="*/ 4451597 w 4553364"/>
              <a:gd name="connsiteY51" fmla="*/ 2056904 h 5549974"/>
              <a:gd name="connsiteX52" fmla="*/ 4446856 w 4553364"/>
              <a:gd name="connsiteY52" fmla="*/ 2067489 h 5549974"/>
              <a:gd name="connsiteX53" fmla="*/ 4436672 w 4553364"/>
              <a:gd name="connsiteY53" fmla="*/ 2117719 h 5549974"/>
              <a:gd name="connsiteX54" fmla="*/ 4429341 w 4553364"/>
              <a:gd name="connsiteY54" fmla="*/ 2167300 h 5549974"/>
              <a:gd name="connsiteX55" fmla="*/ 4373258 w 4553364"/>
              <a:gd name="connsiteY55" fmla="*/ 3223633 h 5549974"/>
              <a:gd name="connsiteX56" fmla="*/ 4360472 w 4553364"/>
              <a:gd name="connsiteY56" fmla="*/ 3477281 h 5549974"/>
              <a:gd name="connsiteX57" fmla="*/ 4349387 w 4553364"/>
              <a:gd name="connsiteY57" fmla="*/ 3639984 h 5549974"/>
              <a:gd name="connsiteX58" fmla="*/ 4258626 w 4553364"/>
              <a:gd name="connsiteY58" fmla="*/ 5278921 h 5549974"/>
              <a:gd name="connsiteX59" fmla="*/ 4263924 w 4553364"/>
              <a:gd name="connsiteY59" fmla="*/ 5315626 h 5549974"/>
              <a:gd name="connsiteX60" fmla="*/ 4267458 w 4553364"/>
              <a:gd name="connsiteY60" fmla="*/ 5350090 h 5549974"/>
              <a:gd name="connsiteX61" fmla="*/ 4270290 w 4553364"/>
              <a:gd name="connsiteY61" fmla="*/ 5450399 h 5549974"/>
              <a:gd name="connsiteX62" fmla="*/ 4251733 w 4553364"/>
              <a:gd name="connsiteY62" fmla="*/ 5484804 h 5549974"/>
              <a:gd name="connsiteX63" fmla="*/ 4247081 w 4553364"/>
              <a:gd name="connsiteY63" fmla="*/ 5487504 h 5549974"/>
              <a:gd name="connsiteX64" fmla="*/ 4243624 w 4553364"/>
              <a:gd name="connsiteY64" fmla="*/ 5549951 h 5549974"/>
              <a:gd name="connsiteX65" fmla="*/ 310261 w 4553364"/>
              <a:gd name="connsiteY65" fmla="*/ 5297261 h 5549974"/>
              <a:gd name="connsiteX66" fmla="*/ 0 w 4553364"/>
              <a:gd name="connsiteY66" fmla="*/ 5293146 h 5549974"/>
              <a:gd name="connsiteX67" fmla="*/ 4241 w 4553364"/>
              <a:gd name="connsiteY67" fmla="*/ 5239903 h 5549974"/>
              <a:gd name="connsiteX68" fmla="*/ 8461 w 4553364"/>
              <a:gd name="connsiteY68" fmla="*/ 5233298 h 5549974"/>
              <a:gd name="connsiteX69" fmla="*/ 8730 w 4553364"/>
              <a:gd name="connsiteY69" fmla="*/ 5230552 h 5549974"/>
              <a:gd name="connsiteX70" fmla="*/ 9000 w 4553364"/>
              <a:gd name="connsiteY70" fmla="*/ 5227804 h 5549974"/>
              <a:gd name="connsiteX71" fmla="*/ 9537 w 4553364"/>
              <a:gd name="connsiteY71" fmla="*/ 5222308 h 5549974"/>
              <a:gd name="connsiteX72" fmla="*/ 9222 w 4553364"/>
              <a:gd name="connsiteY72" fmla="*/ 5216405 h 5549974"/>
              <a:gd name="connsiteX73" fmla="*/ 8638 w 4553364"/>
              <a:gd name="connsiteY73" fmla="*/ 5213249 h 5549974"/>
              <a:gd name="connsiteX74" fmla="*/ 8907 w 4553364"/>
              <a:gd name="connsiteY74" fmla="*/ 5210500 h 5549974"/>
              <a:gd name="connsiteX75" fmla="*/ 8591 w 4553364"/>
              <a:gd name="connsiteY75" fmla="*/ 5204597 h 5549974"/>
              <a:gd name="connsiteX76" fmla="*/ 8008 w 4553364"/>
              <a:gd name="connsiteY76" fmla="*/ 5201441 h 5549974"/>
              <a:gd name="connsiteX77" fmla="*/ 7378 w 4553364"/>
              <a:gd name="connsiteY77" fmla="*/ 5189632 h 5549974"/>
              <a:gd name="connsiteX78" fmla="*/ 6794 w 4553364"/>
              <a:gd name="connsiteY78" fmla="*/ 5186477 h 5549974"/>
              <a:gd name="connsiteX79" fmla="*/ 7062 w 4553364"/>
              <a:gd name="connsiteY79" fmla="*/ 5183728 h 5549974"/>
              <a:gd name="connsiteX80" fmla="*/ 5627 w 4553364"/>
              <a:gd name="connsiteY80" fmla="*/ 5180163 h 5549974"/>
              <a:gd name="connsiteX81" fmla="*/ 11039 w 4553364"/>
              <a:gd name="connsiteY81" fmla="*/ 5116566 h 5549974"/>
              <a:gd name="connsiteX82" fmla="*/ 78653 w 4553364"/>
              <a:gd name="connsiteY82" fmla="*/ 3839310 h 5549974"/>
              <a:gd name="connsiteX83" fmla="*/ 303343 w 4553364"/>
              <a:gd name="connsiteY83" fmla="*/ 0 h 5549974"/>
              <a:gd name="connsiteX0" fmla="*/ 303343 w 4553364"/>
              <a:gd name="connsiteY0" fmla="*/ 0 h 5549951"/>
              <a:gd name="connsiteX1" fmla="*/ 3305529 w 4553364"/>
              <a:gd name="connsiteY1" fmla="*/ 171842 h 5549951"/>
              <a:gd name="connsiteX2" fmla="*/ 4134340 w 4553364"/>
              <a:gd name="connsiteY2" fmla="*/ 226950 h 5549951"/>
              <a:gd name="connsiteX3" fmla="*/ 4507534 w 4553364"/>
              <a:gd name="connsiteY3" fmla="*/ 247374 h 5549951"/>
              <a:gd name="connsiteX4" fmla="*/ 4535413 w 4553364"/>
              <a:gd name="connsiteY4" fmla="*/ 269179 h 5549951"/>
              <a:gd name="connsiteX5" fmla="*/ 4533639 w 4553364"/>
              <a:gd name="connsiteY5" fmla="*/ 300930 h 5549951"/>
              <a:gd name="connsiteX6" fmla="*/ 4536561 w 4553364"/>
              <a:gd name="connsiteY6" fmla="*/ 302647 h 5549951"/>
              <a:gd name="connsiteX7" fmla="*/ 4552987 w 4553364"/>
              <a:gd name="connsiteY7" fmla="*/ 334222 h 5549951"/>
              <a:gd name="connsiteX8" fmla="*/ 4530726 w 4553364"/>
              <a:gd name="connsiteY8" fmla="*/ 391868 h 5549951"/>
              <a:gd name="connsiteX9" fmla="*/ 4527238 w 4553364"/>
              <a:gd name="connsiteY9" fmla="*/ 415489 h 5549951"/>
              <a:gd name="connsiteX10" fmla="*/ 4522133 w 4553364"/>
              <a:gd name="connsiteY10" fmla="*/ 506828 h 5549951"/>
              <a:gd name="connsiteX11" fmla="*/ 4521483 w 4553364"/>
              <a:gd name="connsiteY11" fmla="*/ 553245 h 5549951"/>
              <a:gd name="connsiteX12" fmla="*/ 4518384 w 4553364"/>
              <a:gd name="connsiteY12" fmla="*/ 581709 h 5549951"/>
              <a:gd name="connsiteX13" fmla="*/ 4517715 w 4553364"/>
              <a:gd name="connsiteY13" fmla="*/ 585890 h 5549951"/>
              <a:gd name="connsiteX14" fmla="*/ 4504778 w 4553364"/>
              <a:gd name="connsiteY14" fmla="*/ 817404 h 5549951"/>
              <a:gd name="connsiteX15" fmla="*/ 4506491 w 4553364"/>
              <a:gd name="connsiteY15" fmla="*/ 822238 h 5549951"/>
              <a:gd name="connsiteX16" fmla="*/ 4504340 w 4553364"/>
              <a:gd name="connsiteY16" fmla="*/ 846069 h 5549951"/>
              <a:gd name="connsiteX17" fmla="*/ 4502740 w 4553364"/>
              <a:gd name="connsiteY17" fmla="*/ 853854 h 5549951"/>
              <a:gd name="connsiteX18" fmla="*/ 4496502 w 4553364"/>
              <a:gd name="connsiteY18" fmla="*/ 965485 h 5549951"/>
              <a:gd name="connsiteX19" fmla="*/ 4498579 w 4553364"/>
              <a:gd name="connsiteY19" fmla="*/ 966385 h 5549951"/>
              <a:gd name="connsiteX20" fmla="*/ 4502698 w 4553364"/>
              <a:gd name="connsiteY20" fmla="*/ 1002567 h 5549951"/>
              <a:gd name="connsiteX21" fmla="*/ 4497900 w 4553364"/>
              <a:gd name="connsiteY21" fmla="*/ 1101094 h 5549951"/>
              <a:gd name="connsiteX22" fmla="*/ 4497795 w 4553364"/>
              <a:gd name="connsiteY22" fmla="*/ 1159389 h 5549951"/>
              <a:gd name="connsiteX23" fmla="*/ 4502098 w 4553364"/>
              <a:gd name="connsiteY23" fmla="*/ 1180505 h 5549951"/>
              <a:gd name="connsiteX24" fmla="*/ 4505188 w 4553364"/>
              <a:gd name="connsiteY24" fmla="*/ 1210687 h 5549951"/>
              <a:gd name="connsiteX25" fmla="*/ 4514005 w 4553364"/>
              <a:gd name="connsiteY25" fmla="*/ 1263157 h 5549951"/>
              <a:gd name="connsiteX26" fmla="*/ 4516282 w 4553364"/>
              <a:gd name="connsiteY26" fmla="*/ 1313374 h 5549951"/>
              <a:gd name="connsiteX27" fmla="*/ 4515402 w 4553364"/>
              <a:gd name="connsiteY27" fmla="*/ 1347004 h 5549951"/>
              <a:gd name="connsiteX28" fmla="*/ 4514939 w 4553364"/>
              <a:gd name="connsiteY28" fmla="*/ 1351864 h 5549951"/>
              <a:gd name="connsiteX29" fmla="*/ 4505820 w 4553364"/>
              <a:gd name="connsiteY29" fmla="*/ 1391762 h 5549951"/>
              <a:gd name="connsiteX30" fmla="*/ 4509084 w 4553364"/>
              <a:gd name="connsiteY30" fmla="*/ 1395707 h 5549951"/>
              <a:gd name="connsiteX31" fmla="*/ 4511926 w 4553364"/>
              <a:gd name="connsiteY31" fmla="*/ 1408524 h 5549951"/>
              <a:gd name="connsiteX32" fmla="*/ 4507185 w 4553364"/>
              <a:gd name="connsiteY32" fmla="*/ 1419109 h 5549951"/>
              <a:gd name="connsiteX33" fmla="*/ 4497001 w 4553364"/>
              <a:gd name="connsiteY33" fmla="*/ 1469337 h 5549951"/>
              <a:gd name="connsiteX34" fmla="*/ 4486104 w 4553364"/>
              <a:gd name="connsiteY34" fmla="*/ 1543038 h 5549951"/>
              <a:gd name="connsiteX35" fmla="*/ 4481223 w 4553364"/>
              <a:gd name="connsiteY35" fmla="*/ 1553997 h 5549951"/>
              <a:gd name="connsiteX36" fmla="*/ 4466795 w 4553364"/>
              <a:gd name="connsiteY36" fmla="*/ 1626071 h 5549951"/>
              <a:gd name="connsiteX37" fmla="*/ 4463080 w 4553364"/>
              <a:gd name="connsiteY37" fmla="*/ 1664103 h 5549951"/>
              <a:gd name="connsiteX38" fmla="*/ 4466740 w 4553364"/>
              <a:gd name="connsiteY38" fmla="*/ 1668558 h 5549951"/>
              <a:gd name="connsiteX39" fmla="*/ 4465090 w 4553364"/>
              <a:gd name="connsiteY39" fmla="*/ 1679756 h 5549951"/>
              <a:gd name="connsiteX40" fmla="*/ 4465502 w 4553364"/>
              <a:gd name="connsiteY40" fmla="*/ 1682815 h 5549951"/>
              <a:gd name="connsiteX41" fmla="*/ 4467013 w 4553364"/>
              <a:gd name="connsiteY41" fmla="*/ 1700268 h 5549951"/>
              <a:gd name="connsiteX42" fmla="*/ 4455543 w 4553364"/>
              <a:gd name="connsiteY42" fmla="*/ 1735163 h 5549951"/>
              <a:gd name="connsiteX43" fmla="*/ 4453483 w 4553364"/>
              <a:gd name="connsiteY43" fmla="*/ 1735289 h 5549951"/>
              <a:gd name="connsiteX44" fmla="*/ 4444985 w 4553364"/>
              <a:gd name="connsiteY44" fmla="*/ 1887374 h 5549951"/>
              <a:gd name="connsiteX45" fmla="*/ 4453676 w 4553364"/>
              <a:gd name="connsiteY45" fmla="*/ 1911536 h 5549951"/>
              <a:gd name="connsiteX46" fmla="*/ 4455954 w 4553364"/>
              <a:gd name="connsiteY46" fmla="*/ 1961755 h 5549951"/>
              <a:gd name="connsiteX47" fmla="*/ 4455073 w 4553364"/>
              <a:gd name="connsiteY47" fmla="*/ 1995384 h 5549951"/>
              <a:gd name="connsiteX48" fmla="*/ 4454611 w 4553364"/>
              <a:gd name="connsiteY48" fmla="*/ 2000244 h 5549951"/>
              <a:gd name="connsiteX49" fmla="*/ 4445491 w 4553364"/>
              <a:gd name="connsiteY49" fmla="*/ 2040142 h 5549951"/>
              <a:gd name="connsiteX50" fmla="*/ 4448756 w 4553364"/>
              <a:gd name="connsiteY50" fmla="*/ 2044087 h 5549951"/>
              <a:gd name="connsiteX51" fmla="*/ 4451597 w 4553364"/>
              <a:gd name="connsiteY51" fmla="*/ 2056904 h 5549951"/>
              <a:gd name="connsiteX52" fmla="*/ 4446856 w 4553364"/>
              <a:gd name="connsiteY52" fmla="*/ 2067489 h 5549951"/>
              <a:gd name="connsiteX53" fmla="*/ 4436672 w 4553364"/>
              <a:gd name="connsiteY53" fmla="*/ 2117719 h 5549951"/>
              <a:gd name="connsiteX54" fmla="*/ 4429341 w 4553364"/>
              <a:gd name="connsiteY54" fmla="*/ 2167300 h 5549951"/>
              <a:gd name="connsiteX55" fmla="*/ 4373258 w 4553364"/>
              <a:gd name="connsiteY55" fmla="*/ 3223633 h 5549951"/>
              <a:gd name="connsiteX56" fmla="*/ 4360472 w 4553364"/>
              <a:gd name="connsiteY56" fmla="*/ 3477281 h 5549951"/>
              <a:gd name="connsiteX57" fmla="*/ 4349387 w 4553364"/>
              <a:gd name="connsiteY57" fmla="*/ 3639984 h 5549951"/>
              <a:gd name="connsiteX58" fmla="*/ 4258626 w 4553364"/>
              <a:gd name="connsiteY58" fmla="*/ 5278921 h 5549951"/>
              <a:gd name="connsiteX59" fmla="*/ 4263924 w 4553364"/>
              <a:gd name="connsiteY59" fmla="*/ 5315626 h 5549951"/>
              <a:gd name="connsiteX60" fmla="*/ 4267458 w 4553364"/>
              <a:gd name="connsiteY60" fmla="*/ 5350090 h 5549951"/>
              <a:gd name="connsiteX61" fmla="*/ 4270290 w 4553364"/>
              <a:gd name="connsiteY61" fmla="*/ 5450399 h 5549951"/>
              <a:gd name="connsiteX62" fmla="*/ 4251733 w 4553364"/>
              <a:gd name="connsiteY62" fmla="*/ 5484804 h 5549951"/>
              <a:gd name="connsiteX63" fmla="*/ 4247081 w 4553364"/>
              <a:gd name="connsiteY63" fmla="*/ 5487504 h 5549951"/>
              <a:gd name="connsiteX64" fmla="*/ 4243624 w 4553364"/>
              <a:gd name="connsiteY64" fmla="*/ 5549951 h 5549951"/>
              <a:gd name="connsiteX65" fmla="*/ 0 w 4553364"/>
              <a:gd name="connsiteY65" fmla="*/ 5293146 h 5549951"/>
              <a:gd name="connsiteX66" fmla="*/ 4241 w 4553364"/>
              <a:gd name="connsiteY66" fmla="*/ 5239903 h 5549951"/>
              <a:gd name="connsiteX67" fmla="*/ 8461 w 4553364"/>
              <a:gd name="connsiteY67" fmla="*/ 5233298 h 5549951"/>
              <a:gd name="connsiteX68" fmla="*/ 8730 w 4553364"/>
              <a:gd name="connsiteY68" fmla="*/ 5230552 h 5549951"/>
              <a:gd name="connsiteX69" fmla="*/ 9000 w 4553364"/>
              <a:gd name="connsiteY69" fmla="*/ 5227804 h 5549951"/>
              <a:gd name="connsiteX70" fmla="*/ 9537 w 4553364"/>
              <a:gd name="connsiteY70" fmla="*/ 5222308 h 5549951"/>
              <a:gd name="connsiteX71" fmla="*/ 9222 w 4553364"/>
              <a:gd name="connsiteY71" fmla="*/ 5216405 h 5549951"/>
              <a:gd name="connsiteX72" fmla="*/ 8638 w 4553364"/>
              <a:gd name="connsiteY72" fmla="*/ 5213249 h 5549951"/>
              <a:gd name="connsiteX73" fmla="*/ 8907 w 4553364"/>
              <a:gd name="connsiteY73" fmla="*/ 5210500 h 5549951"/>
              <a:gd name="connsiteX74" fmla="*/ 8591 w 4553364"/>
              <a:gd name="connsiteY74" fmla="*/ 5204597 h 5549951"/>
              <a:gd name="connsiteX75" fmla="*/ 8008 w 4553364"/>
              <a:gd name="connsiteY75" fmla="*/ 5201441 h 5549951"/>
              <a:gd name="connsiteX76" fmla="*/ 7378 w 4553364"/>
              <a:gd name="connsiteY76" fmla="*/ 5189632 h 5549951"/>
              <a:gd name="connsiteX77" fmla="*/ 6794 w 4553364"/>
              <a:gd name="connsiteY77" fmla="*/ 5186477 h 5549951"/>
              <a:gd name="connsiteX78" fmla="*/ 7062 w 4553364"/>
              <a:gd name="connsiteY78" fmla="*/ 5183728 h 5549951"/>
              <a:gd name="connsiteX79" fmla="*/ 5627 w 4553364"/>
              <a:gd name="connsiteY79" fmla="*/ 5180163 h 5549951"/>
              <a:gd name="connsiteX80" fmla="*/ 11039 w 4553364"/>
              <a:gd name="connsiteY80" fmla="*/ 5116566 h 5549951"/>
              <a:gd name="connsiteX81" fmla="*/ 78653 w 4553364"/>
              <a:gd name="connsiteY81" fmla="*/ 3839310 h 5549951"/>
              <a:gd name="connsiteX82" fmla="*/ 303343 w 4553364"/>
              <a:gd name="connsiteY82" fmla="*/ 0 h 5549951"/>
              <a:gd name="connsiteX0" fmla="*/ 303549 w 4553570"/>
              <a:gd name="connsiteY0" fmla="*/ 0 h 5549951"/>
              <a:gd name="connsiteX1" fmla="*/ 3305735 w 4553570"/>
              <a:gd name="connsiteY1" fmla="*/ 171842 h 5549951"/>
              <a:gd name="connsiteX2" fmla="*/ 4134546 w 4553570"/>
              <a:gd name="connsiteY2" fmla="*/ 226950 h 5549951"/>
              <a:gd name="connsiteX3" fmla="*/ 4507740 w 4553570"/>
              <a:gd name="connsiteY3" fmla="*/ 247374 h 5549951"/>
              <a:gd name="connsiteX4" fmla="*/ 4535619 w 4553570"/>
              <a:gd name="connsiteY4" fmla="*/ 269179 h 5549951"/>
              <a:gd name="connsiteX5" fmla="*/ 4533845 w 4553570"/>
              <a:gd name="connsiteY5" fmla="*/ 300930 h 5549951"/>
              <a:gd name="connsiteX6" fmla="*/ 4536767 w 4553570"/>
              <a:gd name="connsiteY6" fmla="*/ 302647 h 5549951"/>
              <a:gd name="connsiteX7" fmla="*/ 4553193 w 4553570"/>
              <a:gd name="connsiteY7" fmla="*/ 334222 h 5549951"/>
              <a:gd name="connsiteX8" fmla="*/ 4530932 w 4553570"/>
              <a:gd name="connsiteY8" fmla="*/ 391868 h 5549951"/>
              <a:gd name="connsiteX9" fmla="*/ 4527444 w 4553570"/>
              <a:gd name="connsiteY9" fmla="*/ 415489 h 5549951"/>
              <a:gd name="connsiteX10" fmla="*/ 4522339 w 4553570"/>
              <a:gd name="connsiteY10" fmla="*/ 506828 h 5549951"/>
              <a:gd name="connsiteX11" fmla="*/ 4521689 w 4553570"/>
              <a:gd name="connsiteY11" fmla="*/ 553245 h 5549951"/>
              <a:gd name="connsiteX12" fmla="*/ 4518590 w 4553570"/>
              <a:gd name="connsiteY12" fmla="*/ 581709 h 5549951"/>
              <a:gd name="connsiteX13" fmla="*/ 4517921 w 4553570"/>
              <a:gd name="connsiteY13" fmla="*/ 585890 h 5549951"/>
              <a:gd name="connsiteX14" fmla="*/ 4504984 w 4553570"/>
              <a:gd name="connsiteY14" fmla="*/ 817404 h 5549951"/>
              <a:gd name="connsiteX15" fmla="*/ 4506697 w 4553570"/>
              <a:gd name="connsiteY15" fmla="*/ 822238 h 5549951"/>
              <a:gd name="connsiteX16" fmla="*/ 4504546 w 4553570"/>
              <a:gd name="connsiteY16" fmla="*/ 846069 h 5549951"/>
              <a:gd name="connsiteX17" fmla="*/ 4502946 w 4553570"/>
              <a:gd name="connsiteY17" fmla="*/ 853854 h 5549951"/>
              <a:gd name="connsiteX18" fmla="*/ 4496708 w 4553570"/>
              <a:gd name="connsiteY18" fmla="*/ 965485 h 5549951"/>
              <a:gd name="connsiteX19" fmla="*/ 4498785 w 4553570"/>
              <a:gd name="connsiteY19" fmla="*/ 966385 h 5549951"/>
              <a:gd name="connsiteX20" fmla="*/ 4502904 w 4553570"/>
              <a:gd name="connsiteY20" fmla="*/ 1002567 h 5549951"/>
              <a:gd name="connsiteX21" fmla="*/ 4498106 w 4553570"/>
              <a:gd name="connsiteY21" fmla="*/ 1101094 h 5549951"/>
              <a:gd name="connsiteX22" fmla="*/ 4498001 w 4553570"/>
              <a:gd name="connsiteY22" fmla="*/ 1159389 h 5549951"/>
              <a:gd name="connsiteX23" fmla="*/ 4502304 w 4553570"/>
              <a:gd name="connsiteY23" fmla="*/ 1180505 h 5549951"/>
              <a:gd name="connsiteX24" fmla="*/ 4505394 w 4553570"/>
              <a:gd name="connsiteY24" fmla="*/ 1210687 h 5549951"/>
              <a:gd name="connsiteX25" fmla="*/ 4514211 w 4553570"/>
              <a:gd name="connsiteY25" fmla="*/ 1263157 h 5549951"/>
              <a:gd name="connsiteX26" fmla="*/ 4516488 w 4553570"/>
              <a:gd name="connsiteY26" fmla="*/ 1313374 h 5549951"/>
              <a:gd name="connsiteX27" fmla="*/ 4515608 w 4553570"/>
              <a:gd name="connsiteY27" fmla="*/ 1347004 h 5549951"/>
              <a:gd name="connsiteX28" fmla="*/ 4515145 w 4553570"/>
              <a:gd name="connsiteY28" fmla="*/ 1351864 h 5549951"/>
              <a:gd name="connsiteX29" fmla="*/ 4506026 w 4553570"/>
              <a:gd name="connsiteY29" fmla="*/ 1391762 h 5549951"/>
              <a:gd name="connsiteX30" fmla="*/ 4509290 w 4553570"/>
              <a:gd name="connsiteY30" fmla="*/ 1395707 h 5549951"/>
              <a:gd name="connsiteX31" fmla="*/ 4512132 w 4553570"/>
              <a:gd name="connsiteY31" fmla="*/ 1408524 h 5549951"/>
              <a:gd name="connsiteX32" fmla="*/ 4507391 w 4553570"/>
              <a:gd name="connsiteY32" fmla="*/ 1419109 h 5549951"/>
              <a:gd name="connsiteX33" fmla="*/ 4497207 w 4553570"/>
              <a:gd name="connsiteY33" fmla="*/ 1469337 h 5549951"/>
              <a:gd name="connsiteX34" fmla="*/ 4486310 w 4553570"/>
              <a:gd name="connsiteY34" fmla="*/ 1543038 h 5549951"/>
              <a:gd name="connsiteX35" fmla="*/ 4481429 w 4553570"/>
              <a:gd name="connsiteY35" fmla="*/ 1553997 h 5549951"/>
              <a:gd name="connsiteX36" fmla="*/ 4467001 w 4553570"/>
              <a:gd name="connsiteY36" fmla="*/ 1626071 h 5549951"/>
              <a:gd name="connsiteX37" fmla="*/ 4463286 w 4553570"/>
              <a:gd name="connsiteY37" fmla="*/ 1664103 h 5549951"/>
              <a:gd name="connsiteX38" fmla="*/ 4466946 w 4553570"/>
              <a:gd name="connsiteY38" fmla="*/ 1668558 h 5549951"/>
              <a:gd name="connsiteX39" fmla="*/ 4465296 w 4553570"/>
              <a:gd name="connsiteY39" fmla="*/ 1679756 h 5549951"/>
              <a:gd name="connsiteX40" fmla="*/ 4465708 w 4553570"/>
              <a:gd name="connsiteY40" fmla="*/ 1682815 h 5549951"/>
              <a:gd name="connsiteX41" fmla="*/ 4467219 w 4553570"/>
              <a:gd name="connsiteY41" fmla="*/ 1700268 h 5549951"/>
              <a:gd name="connsiteX42" fmla="*/ 4455749 w 4553570"/>
              <a:gd name="connsiteY42" fmla="*/ 1735163 h 5549951"/>
              <a:gd name="connsiteX43" fmla="*/ 4453689 w 4553570"/>
              <a:gd name="connsiteY43" fmla="*/ 1735289 h 5549951"/>
              <a:gd name="connsiteX44" fmla="*/ 4445191 w 4553570"/>
              <a:gd name="connsiteY44" fmla="*/ 1887374 h 5549951"/>
              <a:gd name="connsiteX45" fmla="*/ 4453882 w 4553570"/>
              <a:gd name="connsiteY45" fmla="*/ 1911536 h 5549951"/>
              <a:gd name="connsiteX46" fmla="*/ 4456160 w 4553570"/>
              <a:gd name="connsiteY46" fmla="*/ 1961755 h 5549951"/>
              <a:gd name="connsiteX47" fmla="*/ 4455279 w 4553570"/>
              <a:gd name="connsiteY47" fmla="*/ 1995384 h 5549951"/>
              <a:gd name="connsiteX48" fmla="*/ 4454817 w 4553570"/>
              <a:gd name="connsiteY48" fmla="*/ 2000244 h 5549951"/>
              <a:gd name="connsiteX49" fmla="*/ 4445697 w 4553570"/>
              <a:gd name="connsiteY49" fmla="*/ 2040142 h 5549951"/>
              <a:gd name="connsiteX50" fmla="*/ 4448962 w 4553570"/>
              <a:gd name="connsiteY50" fmla="*/ 2044087 h 5549951"/>
              <a:gd name="connsiteX51" fmla="*/ 4451803 w 4553570"/>
              <a:gd name="connsiteY51" fmla="*/ 2056904 h 5549951"/>
              <a:gd name="connsiteX52" fmla="*/ 4447062 w 4553570"/>
              <a:gd name="connsiteY52" fmla="*/ 2067489 h 5549951"/>
              <a:gd name="connsiteX53" fmla="*/ 4436878 w 4553570"/>
              <a:gd name="connsiteY53" fmla="*/ 2117719 h 5549951"/>
              <a:gd name="connsiteX54" fmla="*/ 4429547 w 4553570"/>
              <a:gd name="connsiteY54" fmla="*/ 2167300 h 5549951"/>
              <a:gd name="connsiteX55" fmla="*/ 4373464 w 4553570"/>
              <a:gd name="connsiteY55" fmla="*/ 3223633 h 5549951"/>
              <a:gd name="connsiteX56" fmla="*/ 4360678 w 4553570"/>
              <a:gd name="connsiteY56" fmla="*/ 3477281 h 5549951"/>
              <a:gd name="connsiteX57" fmla="*/ 4349593 w 4553570"/>
              <a:gd name="connsiteY57" fmla="*/ 3639984 h 5549951"/>
              <a:gd name="connsiteX58" fmla="*/ 4258832 w 4553570"/>
              <a:gd name="connsiteY58" fmla="*/ 5278921 h 5549951"/>
              <a:gd name="connsiteX59" fmla="*/ 4264130 w 4553570"/>
              <a:gd name="connsiteY59" fmla="*/ 5315626 h 5549951"/>
              <a:gd name="connsiteX60" fmla="*/ 4267664 w 4553570"/>
              <a:gd name="connsiteY60" fmla="*/ 5350090 h 5549951"/>
              <a:gd name="connsiteX61" fmla="*/ 4270496 w 4553570"/>
              <a:gd name="connsiteY61" fmla="*/ 5450399 h 5549951"/>
              <a:gd name="connsiteX62" fmla="*/ 4251939 w 4553570"/>
              <a:gd name="connsiteY62" fmla="*/ 5484804 h 5549951"/>
              <a:gd name="connsiteX63" fmla="*/ 4247287 w 4553570"/>
              <a:gd name="connsiteY63" fmla="*/ 5487504 h 5549951"/>
              <a:gd name="connsiteX64" fmla="*/ 4243830 w 4553570"/>
              <a:gd name="connsiteY64" fmla="*/ 5549951 h 5549951"/>
              <a:gd name="connsiteX65" fmla="*/ 0 w 4553570"/>
              <a:gd name="connsiteY65" fmla="*/ 5309929 h 5549951"/>
              <a:gd name="connsiteX66" fmla="*/ 4447 w 4553570"/>
              <a:gd name="connsiteY66" fmla="*/ 5239903 h 5549951"/>
              <a:gd name="connsiteX67" fmla="*/ 8667 w 4553570"/>
              <a:gd name="connsiteY67" fmla="*/ 5233298 h 5549951"/>
              <a:gd name="connsiteX68" fmla="*/ 8936 w 4553570"/>
              <a:gd name="connsiteY68" fmla="*/ 5230552 h 5549951"/>
              <a:gd name="connsiteX69" fmla="*/ 9206 w 4553570"/>
              <a:gd name="connsiteY69" fmla="*/ 5227804 h 5549951"/>
              <a:gd name="connsiteX70" fmla="*/ 9743 w 4553570"/>
              <a:gd name="connsiteY70" fmla="*/ 5222308 h 5549951"/>
              <a:gd name="connsiteX71" fmla="*/ 9428 w 4553570"/>
              <a:gd name="connsiteY71" fmla="*/ 5216405 h 5549951"/>
              <a:gd name="connsiteX72" fmla="*/ 8844 w 4553570"/>
              <a:gd name="connsiteY72" fmla="*/ 5213249 h 5549951"/>
              <a:gd name="connsiteX73" fmla="*/ 9113 w 4553570"/>
              <a:gd name="connsiteY73" fmla="*/ 5210500 h 5549951"/>
              <a:gd name="connsiteX74" fmla="*/ 8797 w 4553570"/>
              <a:gd name="connsiteY74" fmla="*/ 5204597 h 5549951"/>
              <a:gd name="connsiteX75" fmla="*/ 8214 w 4553570"/>
              <a:gd name="connsiteY75" fmla="*/ 5201441 h 5549951"/>
              <a:gd name="connsiteX76" fmla="*/ 7584 w 4553570"/>
              <a:gd name="connsiteY76" fmla="*/ 5189632 h 5549951"/>
              <a:gd name="connsiteX77" fmla="*/ 7000 w 4553570"/>
              <a:gd name="connsiteY77" fmla="*/ 5186477 h 5549951"/>
              <a:gd name="connsiteX78" fmla="*/ 7268 w 4553570"/>
              <a:gd name="connsiteY78" fmla="*/ 5183728 h 5549951"/>
              <a:gd name="connsiteX79" fmla="*/ 5833 w 4553570"/>
              <a:gd name="connsiteY79" fmla="*/ 5180163 h 5549951"/>
              <a:gd name="connsiteX80" fmla="*/ 11245 w 4553570"/>
              <a:gd name="connsiteY80" fmla="*/ 5116566 h 5549951"/>
              <a:gd name="connsiteX81" fmla="*/ 78859 w 4553570"/>
              <a:gd name="connsiteY81" fmla="*/ 3839310 h 5549951"/>
              <a:gd name="connsiteX82" fmla="*/ 303549 w 4553570"/>
              <a:gd name="connsiteY82" fmla="*/ 0 h 5549951"/>
              <a:gd name="connsiteX0" fmla="*/ 303617 w 4553638"/>
              <a:gd name="connsiteY0" fmla="*/ 0 h 5549951"/>
              <a:gd name="connsiteX1" fmla="*/ 3305803 w 4553638"/>
              <a:gd name="connsiteY1" fmla="*/ 171842 h 5549951"/>
              <a:gd name="connsiteX2" fmla="*/ 4134614 w 4553638"/>
              <a:gd name="connsiteY2" fmla="*/ 226950 h 5549951"/>
              <a:gd name="connsiteX3" fmla="*/ 4507808 w 4553638"/>
              <a:gd name="connsiteY3" fmla="*/ 247374 h 5549951"/>
              <a:gd name="connsiteX4" fmla="*/ 4535687 w 4553638"/>
              <a:gd name="connsiteY4" fmla="*/ 269179 h 5549951"/>
              <a:gd name="connsiteX5" fmla="*/ 4533913 w 4553638"/>
              <a:gd name="connsiteY5" fmla="*/ 300930 h 5549951"/>
              <a:gd name="connsiteX6" fmla="*/ 4536835 w 4553638"/>
              <a:gd name="connsiteY6" fmla="*/ 302647 h 5549951"/>
              <a:gd name="connsiteX7" fmla="*/ 4553261 w 4553638"/>
              <a:gd name="connsiteY7" fmla="*/ 334222 h 5549951"/>
              <a:gd name="connsiteX8" fmla="*/ 4531000 w 4553638"/>
              <a:gd name="connsiteY8" fmla="*/ 391868 h 5549951"/>
              <a:gd name="connsiteX9" fmla="*/ 4527512 w 4553638"/>
              <a:gd name="connsiteY9" fmla="*/ 415489 h 5549951"/>
              <a:gd name="connsiteX10" fmla="*/ 4522407 w 4553638"/>
              <a:gd name="connsiteY10" fmla="*/ 506828 h 5549951"/>
              <a:gd name="connsiteX11" fmla="*/ 4521757 w 4553638"/>
              <a:gd name="connsiteY11" fmla="*/ 553245 h 5549951"/>
              <a:gd name="connsiteX12" fmla="*/ 4518658 w 4553638"/>
              <a:gd name="connsiteY12" fmla="*/ 581709 h 5549951"/>
              <a:gd name="connsiteX13" fmla="*/ 4517989 w 4553638"/>
              <a:gd name="connsiteY13" fmla="*/ 585890 h 5549951"/>
              <a:gd name="connsiteX14" fmla="*/ 4505052 w 4553638"/>
              <a:gd name="connsiteY14" fmla="*/ 817404 h 5549951"/>
              <a:gd name="connsiteX15" fmla="*/ 4506765 w 4553638"/>
              <a:gd name="connsiteY15" fmla="*/ 822238 h 5549951"/>
              <a:gd name="connsiteX16" fmla="*/ 4504614 w 4553638"/>
              <a:gd name="connsiteY16" fmla="*/ 846069 h 5549951"/>
              <a:gd name="connsiteX17" fmla="*/ 4503014 w 4553638"/>
              <a:gd name="connsiteY17" fmla="*/ 853854 h 5549951"/>
              <a:gd name="connsiteX18" fmla="*/ 4496776 w 4553638"/>
              <a:gd name="connsiteY18" fmla="*/ 965485 h 5549951"/>
              <a:gd name="connsiteX19" fmla="*/ 4498853 w 4553638"/>
              <a:gd name="connsiteY19" fmla="*/ 966385 h 5549951"/>
              <a:gd name="connsiteX20" fmla="*/ 4502972 w 4553638"/>
              <a:gd name="connsiteY20" fmla="*/ 1002567 h 5549951"/>
              <a:gd name="connsiteX21" fmla="*/ 4498174 w 4553638"/>
              <a:gd name="connsiteY21" fmla="*/ 1101094 h 5549951"/>
              <a:gd name="connsiteX22" fmla="*/ 4498069 w 4553638"/>
              <a:gd name="connsiteY22" fmla="*/ 1159389 h 5549951"/>
              <a:gd name="connsiteX23" fmla="*/ 4502372 w 4553638"/>
              <a:gd name="connsiteY23" fmla="*/ 1180505 h 5549951"/>
              <a:gd name="connsiteX24" fmla="*/ 4505462 w 4553638"/>
              <a:gd name="connsiteY24" fmla="*/ 1210687 h 5549951"/>
              <a:gd name="connsiteX25" fmla="*/ 4514279 w 4553638"/>
              <a:gd name="connsiteY25" fmla="*/ 1263157 h 5549951"/>
              <a:gd name="connsiteX26" fmla="*/ 4516556 w 4553638"/>
              <a:gd name="connsiteY26" fmla="*/ 1313374 h 5549951"/>
              <a:gd name="connsiteX27" fmla="*/ 4515676 w 4553638"/>
              <a:gd name="connsiteY27" fmla="*/ 1347004 h 5549951"/>
              <a:gd name="connsiteX28" fmla="*/ 4515213 w 4553638"/>
              <a:gd name="connsiteY28" fmla="*/ 1351864 h 5549951"/>
              <a:gd name="connsiteX29" fmla="*/ 4506094 w 4553638"/>
              <a:gd name="connsiteY29" fmla="*/ 1391762 h 5549951"/>
              <a:gd name="connsiteX30" fmla="*/ 4509358 w 4553638"/>
              <a:gd name="connsiteY30" fmla="*/ 1395707 h 5549951"/>
              <a:gd name="connsiteX31" fmla="*/ 4512200 w 4553638"/>
              <a:gd name="connsiteY31" fmla="*/ 1408524 h 5549951"/>
              <a:gd name="connsiteX32" fmla="*/ 4507459 w 4553638"/>
              <a:gd name="connsiteY32" fmla="*/ 1419109 h 5549951"/>
              <a:gd name="connsiteX33" fmla="*/ 4497275 w 4553638"/>
              <a:gd name="connsiteY33" fmla="*/ 1469337 h 5549951"/>
              <a:gd name="connsiteX34" fmla="*/ 4486378 w 4553638"/>
              <a:gd name="connsiteY34" fmla="*/ 1543038 h 5549951"/>
              <a:gd name="connsiteX35" fmla="*/ 4481497 w 4553638"/>
              <a:gd name="connsiteY35" fmla="*/ 1553997 h 5549951"/>
              <a:gd name="connsiteX36" fmla="*/ 4467069 w 4553638"/>
              <a:gd name="connsiteY36" fmla="*/ 1626071 h 5549951"/>
              <a:gd name="connsiteX37" fmla="*/ 4463354 w 4553638"/>
              <a:gd name="connsiteY37" fmla="*/ 1664103 h 5549951"/>
              <a:gd name="connsiteX38" fmla="*/ 4467014 w 4553638"/>
              <a:gd name="connsiteY38" fmla="*/ 1668558 h 5549951"/>
              <a:gd name="connsiteX39" fmla="*/ 4465364 w 4553638"/>
              <a:gd name="connsiteY39" fmla="*/ 1679756 h 5549951"/>
              <a:gd name="connsiteX40" fmla="*/ 4465776 w 4553638"/>
              <a:gd name="connsiteY40" fmla="*/ 1682815 h 5549951"/>
              <a:gd name="connsiteX41" fmla="*/ 4467287 w 4553638"/>
              <a:gd name="connsiteY41" fmla="*/ 1700268 h 5549951"/>
              <a:gd name="connsiteX42" fmla="*/ 4455817 w 4553638"/>
              <a:gd name="connsiteY42" fmla="*/ 1735163 h 5549951"/>
              <a:gd name="connsiteX43" fmla="*/ 4453757 w 4553638"/>
              <a:gd name="connsiteY43" fmla="*/ 1735289 h 5549951"/>
              <a:gd name="connsiteX44" fmla="*/ 4445259 w 4553638"/>
              <a:gd name="connsiteY44" fmla="*/ 1887374 h 5549951"/>
              <a:gd name="connsiteX45" fmla="*/ 4453950 w 4553638"/>
              <a:gd name="connsiteY45" fmla="*/ 1911536 h 5549951"/>
              <a:gd name="connsiteX46" fmla="*/ 4456228 w 4553638"/>
              <a:gd name="connsiteY46" fmla="*/ 1961755 h 5549951"/>
              <a:gd name="connsiteX47" fmla="*/ 4455347 w 4553638"/>
              <a:gd name="connsiteY47" fmla="*/ 1995384 h 5549951"/>
              <a:gd name="connsiteX48" fmla="*/ 4454885 w 4553638"/>
              <a:gd name="connsiteY48" fmla="*/ 2000244 h 5549951"/>
              <a:gd name="connsiteX49" fmla="*/ 4445765 w 4553638"/>
              <a:gd name="connsiteY49" fmla="*/ 2040142 h 5549951"/>
              <a:gd name="connsiteX50" fmla="*/ 4449030 w 4553638"/>
              <a:gd name="connsiteY50" fmla="*/ 2044087 h 5549951"/>
              <a:gd name="connsiteX51" fmla="*/ 4451871 w 4553638"/>
              <a:gd name="connsiteY51" fmla="*/ 2056904 h 5549951"/>
              <a:gd name="connsiteX52" fmla="*/ 4447130 w 4553638"/>
              <a:gd name="connsiteY52" fmla="*/ 2067489 h 5549951"/>
              <a:gd name="connsiteX53" fmla="*/ 4436946 w 4553638"/>
              <a:gd name="connsiteY53" fmla="*/ 2117719 h 5549951"/>
              <a:gd name="connsiteX54" fmla="*/ 4429615 w 4553638"/>
              <a:gd name="connsiteY54" fmla="*/ 2167300 h 5549951"/>
              <a:gd name="connsiteX55" fmla="*/ 4373532 w 4553638"/>
              <a:gd name="connsiteY55" fmla="*/ 3223633 h 5549951"/>
              <a:gd name="connsiteX56" fmla="*/ 4360746 w 4553638"/>
              <a:gd name="connsiteY56" fmla="*/ 3477281 h 5549951"/>
              <a:gd name="connsiteX57" fmla="*/ 4349661 w 4553638"/>
              <a:gd name="connsiteY57" fmla="*/ 3639984 h 5549951"/>
              <a:gd name="connsiteX58" fmla="*/ 4258900 w 4553638"/>
              <a:gd name="connsiteY58" fmla="*/ 5278921 h 5549951"/>
              <a:gd name="connsiteX59" fmla="*/ 4264198 w 4553638"/>
              <a:gd name="connsiteY59" fmla="*/ 5315626 h 5549951"/>
              <a:gd name="connsiteX60" fmla="*/ 4267732 w 4553638"/>
              <a:gd name="connsiteY60" fmla="*/ 5350090 h 5549951"/>
              <a:gd name="connsiteX61" fmla="*/ 4270564 w 4553638"/>
              <a:gd name="connsiteY61" fmla="*/ 5450399 h 5549951"/>
              <a:gd name="connsiteX62" fmla="*/ 4252007 w 4553638"/>
              <a:gd name="connsiteY62" fmla="*/ 5484804 h 5549951"/>
              <a:gd name="connsiteX63" fmla="*/ 4247355 w 4553638"/>
              <a:gd name="connsiteY63" fmla="*/ 5487504 h 5549951"/>
              <a:gd name="connsiteX64" fmla="*/ 4243898 w 4553638"/>
              <a:gd name="connsiteY64" fmla="*/ 5549951 h 5549951"/>
              <a:gd name="connsiteX65" fmla="*/ 0 w 4553638"/>
              <a:gd name="connsiteY65" fmla="*/ 5315524 h 5549951"/>
              <a:gd name="connsiteX66" fmla="*/ 4515 w 4553638"/>
              <a:gd name="connsiteY66" fmla="*/ 5239903 h 5549951"/>
              <a:gd name="connsiteX67" fmla="*/ 8735 w 4553638"/>
              <a:gd name="connsiteY67" fmla="*/ 5233298 h 5549951"/>
              <a:gd name="connsiteX68" fmla="*/ 9004 w 4553638"/>
              <a:gd name="connsiteY68" fmla="*/ 5230552 h 5549951"/>
              <a:gd name="connsiteX69" fmla="*/ 9274 w 4553638"/>
              <a:gd name="connsiteY69" fmla="*/ 5227804 h 5549951"/>
              <a:gd name="connsiteX70" fmla="*/ 9811 w 4553638"/>
              <a:gd name="connsiteY70" fmla="*/ 5222308 h 5549951"/>
              <a:gd name="connsiteX71" fmla="*/ 9496 w 4553638"/>
              <a:gd name="connsiteY71" fmla="*/ 5216405 h 5549951"/>
              <a:gd name="connsiteX72" fmla="*/ 8912 w 4553638"/>
              <a:gd name="connsiteY72" fmla="*/ 5213249 h 5549951"/>
              <a:gd name="connsiteX73" fmla="*/ 9181 w 4553638"/>
              <a:gd name="connsiteY73" fmla="*/ 5210500 h 5549951"/>
              <a:gd name="connsiteX74" fmla="*/ 8865 w 4553638"/>
              <a:gd name="connsiteY74" fmla="*/ 5204597 h 5549951"/>
              <a:gd name="connsiteX75" fmla="*/ 8282 w 4553638"/>
              <a:gd name="connsiteY75" fmla="*/ 5201441 h 5549951"/>
              <a:gd name="connsiteX76" fmla="*/ 7652 w 4553638"/>
              <a:gd name="connsiteY76" fmla="*/ 5189632 h 5549951"/>
              <a:gd name="connsiteX77" fmla="*/ 7068 w 4553638"/>
              <a:gd name="connsiteY77" fmla="*/ 5186477 h 5549951"/>
              <a:gd name="connsiteX78" fmla="*/ 7336 w 4553638"/>
              <a:gd name="connsiteY78" fmla="*/ 5183728 h 5549951"/>
              <a:gd name="connsiteX79" fmla="*/ 5901 w 4553638"/>
              <a:gd name="connsiteY79" fmla="*/ 5180163 h 5549951"/>
              <a:gd name="connsiteX80" fmla="*/ 11313 w 4553638"/>
              <a:gd name="connsiteY80" fmla="*/ 5116566 h 5549951"/>
              <a:gd name="connsiteX81" fmla="*/ 78927 w 4553638"/>
              <a:gd name="connsiteY81" fmla="*/ 3839310 h 5549951"/>
              <a:gd name="connsiteX82" fmla="*/ 303617 w 4553638"/>
              <a:gd name="connsiteY82" fmla="*/ 0 h 55499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</a:cxnLst>
            <a:rect l="l" t="t" r="r" b="b"/>
            <a:pathLst>
              <a:path w="4553638" h="5549951">
                <a:moveTo>
                  <a:pt x="303617" y="0"/>
                </a:moveTo>
                <a:cubicBezTo>
                  <a:pt x="628364" y="31218"/>
                  <a:pt x="2667304" y="134017"/>
                  <a:pt x="3305803" y="171842"/>
                </a:cubicBezTo>
                <a:lnTo>
                  <a:pt x="4134614" y="226950"/>
                </a:lnTo>
                <a:lnTo>
                  <a:pt x="4507808" y="247374"/>
                </a:lnTo>
                <a:lnTo>
                  <a:pt x="4535687" y="269179"/>
                </a:lnTo>
                <a:cubicBezTo>
                  <a:pt x="4535096" y="279763"/>
                  <a:pt x="4534504" y="290346"/>
                  <a:pt x="4533913" y="300930"/>
                </a:cubicBezTo>
                <a:lnTo>
                  <a:pt x="4536835" y="302647"/>
                </a:lnTo>
                <a:cubicBezTo>
                  <a:pt x="4546433" y="304354"/>
                  <a:pt x="4555631" y="291327"/>
                  <a:pt x="4553261" y="334222"/>
                </a:cubicBezTo>
                <a:cubicBezTo>
                  <a:pt x="4542620" y="354710"/>
                  <a:pt x="4535606" y="373686"/>
                  <a:pt x="4531000" y="391868"/>
                </a:cubicBezTo>
                <a:lnTo>
                  <a:pt x="4527512" y="415489"/>
                </a:lnTo>
                <a:lnTo>
                  <a:pt x="4522407" y="506828"/>
                </a:lnTo>
                <a:cubicBezTo>
                  <a:pt x="4522190" y="522300"/>
                  <a:pt x="4521974" y="537773"/>
                  <a:pt x="4521757" y="553245"/>
                </a:cubicBezTo>
                <a:cubicBezTo>
                  <a:pt x="4521486" y="558170"/>
                  <a:pt x="4520392" y="568699"/>
                  <a:pt x="4518658" y="581709"/>
                </a:cubicBezTo>
                <a:lnTo>
                  <a:pt x="4517989" y="585890"/>
                </a:lnTo>
                <a:lnTo>
                  <a:pt x="4505052" y="817404"/>
                </a:lnTo>
                <a:lnTo>
                  <a:pt x="4506765" y="822238"/>
                </a:lnTo>
                <a:cubicBezTo>
                  <a:pt x="4507267" y="829783"/>
                  <a:pt x="4506186" y="837845"/>
                  <a:pt x="4504614" y="846069"/>
                </a:cubicBezTo>
                <a:lnTo>
                  <a:pt x="4503014" y="853854"/>
                </a:lnTo>
                <a:lnTo>
                  <a:pt x="4496776" y="965485"/>
                </a:lnTo>
                <a:lnTo>
                  <a:pt x="4498853" y="966385"/>
                </a:lnTo>
                <a:cubicBezTo>
                  <a:pt x="4500294" y="972743"/>
                  <a:pt x="4503085" y="980116"/>
                  <a:pt x="4502972" y="1002567"/>
                </a:cubicBezTo>
                <a:cubicBezTo>
                  <a:pt x="4492134" y="1029868"/>
                  <a:pt x="4512590" y="1067217"/>
                  <a:pt x="4498174" y="1101094"/>
                </a:cubicBezTo>
                <a:cubicBezTo>
                  <a:pt x="4494447" y="1113552"/>
                  <a:pt x="4492555" y="1152106"/>
                  <a:pt x="4498069" y="1159389"/>
                </a:cubicBezTo>
                <a:cubicBezTo>
                  <a:pt x="4498884" y="1167426"/>
                  <a:pt x="4496227" y="1176807"/>
                  <a:pt x="4502372" y="1180505"/>
                </a:cubicBezTo>
                <a:cubicBezTo>
                  <a:pt x="4509671" y="1186625"/>
                  <a:pt x="4496190" y="1214705"/>
                  <a:pt x="4505462" y="1210687"/>
                </a:cubicBezTo>
                <a:cubicBezTo>
                  <a:pt x="4496186" y="1230628"/>
                  <a:pt x="4511297" y="1246424"/>
                  <a:pt x="4514279" y="1263157"/>
                </a:cubicBezTo>
                <a:lnTo>
                  <a:pt x="4516556" y="1313374"/>
                </a:lnTo>
                <a:cubicBezTo>
                  <a:pt x="4516263" y="1324584"/>
                  <a:pt x="4515969" y="1335794"/>
                  <a:pt x="4515676" y="1347004"/>
                </a:cubicBezTo>
                <a:cubicBezTo>
                  <a:pt x="4515522" y="1348624"/>
                  <a:pt x="4515367" y="1350244"/>
                  <a:pt x="4515213" y="1351864"/>
                </a:cubicBezTo>
                <a:lnTo>
                  <a:pt x="4506094" y="1391762"/>
                </a:lnTo>
                <a:cubicBezTo>
                  <a:pt x="4507300" y="1392770"/>
                  <a:pt x="4508402" y="1394098"/>
                  <a:pt x="4509358" y="1395707"/>
                </a:cubicBezTo>
                <a:lnTo>
                  <a:pt x="4512200" y="1408524"/>
                </a:lnTo>
                <a:lnTo>
                  <a:pt x="4507459" y="1419109"/>
                </a:lnTo>
                <a:lnTo>
                  <a:pt x="4497275" y="1469337"/>
                </a:lnTo>
                <a:lnTo>
                  <a:pt x="4486378" y="1543038"/>
                </a:lnTo>
                <a:lnTo>
                  <a:pt x="4481497" y="1553997"/>
                </a:lnTo>
                <a:cubicBezTo>
                  <a:pt x="4475406" y="1579288"/>
                  <a:pt x="4478554" y="1610368"/>
                  <a:pt x="4467069" y="1626071"/>
                </a:cubicBezTo>
                <a:lnTo>
                  <a:pt x="4463354" y="1664103"/>
                </a:lnTo>
                <a:lnTo>
                  <a:pt x="4467014" y="1668558"/>
                </a:lnTo>
                <a:lnTo>
                  <a:pt x="4465364" y="1679756"/>
                </a:lnTo>
                <a:cubicBezTo>
                  <a:pt x="4465501" y="1680776"/>
                  <a:pt x="4465639" y="1681795"/>
                  <a:pt x="4465776" y="1682815"/>
                </a:cubicBezTo>
                <a:cubicBezTo>
                  <a:pt x="4466583" y="1688654"/>
                  <a:pt x="4467240" y="1694439"/>
                  <a:pt x="4467287" y="1700268"/>
                </a:cubicBezTo>
                <a:cubicBezTo>
                  <a:pt x="4452715" y="1697000"/>
                  <a:pt x="4458424" y="1726126"/>
                  <a:pt x="4455817" y="1735163"/>
                </a:cubicBezTo>
                <a:lnTo>
                  <a:pt x="4453757" y="1735289"/>
                </a:lnTo>
                <a:lnTo>
                  <a:pt x="4445259" y="1887374"/>
                </a:lnTo>
                <a:lnTo>
                  <a:pt x="4453950" y="1911536"/>
                </a:lnTo>
                <a:cubicBezTo>
                  <a:pt x="4454709" y="1928276"/>
                  <a:pt x="4455469" y="1945015"/>
                  <a:pt x="4456228" y="1961755"/>
                </a:cubicBezTo>
                <a:cubicBezTo>
                  <a:pt x="4455934" y="1972965"/>
                  <a:pt x="4455641" y="1984174"/>
                  <a:pt x="4455347" y="1995384"/>
                </a:cubicBezTo>
                <a:lnTo>
                  <a:pt x="4454885" y="2000244"/>
                </a:lnTo>
                <a:lnTo>
                  <a:pt x="4445765" y="2040142"/>
                </a:lnTo>
                <a:cubicBezTo>
                  <a:pt x="4446972" y="2041150"/>
                  <a:pt x="4448073" y="2042479"/>
                  <a:pt x="4449030" y="2044087"/>
                </a:cubicBezTo>
                <a:lnTo>
                  <a:pt x="4451871" y="2056904"/>
                </a:lnTo>
                <a:lnTo>
                  <a:pt x="4447130" y="2067489"/>
                </a:lnTo>
                <a:lnTo>
                  <a:pt x="4436946" y="2117719"/>
                </a:lnTo>
                <a:lnTo>
                  <a:pt x="4429615" y="2167300"/>
                </a:lnTo>
                <a:cubicBezTo>
                  <a:pt x="4410921" y="2519411"/>
                  <a:pt x="4377147" y="2876607"/>
                  <a:pt x="4373532" y="3223633"/>
                </a:cubicBezTo>
                <a:cubicBezTo>
                  <a:pt x="4370580" y="3302336"/>
                  <a:pt x="4363697" y="3398578"/>
                  <a:pt x="4360746" y="3477281"/>
                </a:cubicBezTo>
                <a:cubicBezTo>
                  <a:pt x="4367353" y="3471365"/>
                  <a:pt x="4356962" y="3621544"/>
                  <a:pt x="4349661" y="3639984"/>
                </a:cubicBezTo>
                <a:lnTo>
                  <a:pt x="4258900" y="5278921"/>
                </a:lnTo>
                <a:lnTo>
                  <a:pt x="4264198" y="5315626"/>
                </a:lnTo>
                <a:cubicBezTo>
                  <a:pt x="4269986" y="5323538"/>
                  <a:pt x="4266671" y="5327627"/>
                  <a:pt x="4267732" y="5350090"/>
                </a:cubicBezTo>
                <a:cubicBezTo>
                  <a:pt x="4268793" y="5372551"/>
                  <a:pt x="4252068" y="5406222"/>
                  <a:pt x="4270564" y="5450399"/>
                </a:cubicBezTo>
                <a:cubicBezTo>
                  <a:pt x="4270146" y="5457964"/>
                  <a:pt x="4260467" y="5476308"/>
                  <a:pt x="4252007" y="5484804"/>
                </a:cubicBezTo>
                <a:lnTo>
                  <a:pt x="4247355" y="5487504"/>
                </a:lnTo>
                <a:cubicBezTo>
                  <a:pt x="4246203" y="5508319"/>
                  <a:pt x="4248163" y="5526348"/>
                  <a:pt x="4243898" y="5549951"/>
                </a:cubicBezTo>
                <a:lnTo>
                  <a:pt x="0" y="5315524"/>
                </a:lnTo>
                <a:lnTo>
                  <a:pt x="4515" y="5239903"/>
                </a:lnTo>
                <a:lnTo>
                  <a:pt x="8735" y="5233298"/>
                </a:lnTo>
                <a:cubicBezTo>
                  <a:pt x="9265" y="5232196"/>
                  <a:pt x="8913" y="5231467"/>
                  <a:pt x="9004" y="5230552"/>
                </a:cubicBezTo>
                <a:lnTo>
                  <a:pt x="9274" y="5227804"/>
                </a:lnTo>
                <a:cubicBezTo>
                  <a:pt x="9452" y="5225973"/>
                  <a:pt x="9819" y="5223940"/>
                  <a:pt x="9811" y="5222308"/>
                </a:cubicBezTo>
                <a:cubicBezTo>
                  <a:pt x="9755" y="5211840"/>
                  <a:pt x="8673" y="5224803"/>
                  <a:pt x="9496" y="5216405"/>
                </a:cubicBezTo>
                <a:cubicBezTo>
                  <a:pt x="9302" y="5215352"/>
                  <a:pt x="8977" y="5214469"/>
                  <a:pt x="8912" y="5213249"/>
                </a:cubicBezTo>
                <a:cubicBezTo>
                  <a:pt x="8870" y="5212477"/>
                  <a:pt x="9221" y="5211272"/>
                  <a:pt x="9181" y="5210500"/>
                </a:cubicBezTo>
                <a:cubicBezTo>
                  <a:pt x="8800" y="5203355"/>
                  <a:pt x="8248" y="5210896"/>
                  <a:pt x="8865" y="5204597"/>
                </a:cubicBezTo>
                <a:lnTo>
                  <a:pt x="8282" y="5201441"/>
                </a:lnTo>
                <a:cubicBezTo>
                  <a:pt x="6867" y="5193798"/>
                  <a:pt x="6830" y="5198023"/>
                  <a:pt x="7652" y="5189632"/>
                </a:cubicBezTo>
                <a:cubicBezTo>
                  <a:pt x="7457" y="5188581"/>
                  <a:pt x="7134" y="5187696"/>
                  <a:pt x="7068" y="5186477"/>
                </a:cubicBezTo>
                <a:cubicBezTo>
                  <a:pt x="7026" y="5185706"/>
                  <a:pt x="7459" y="5184394"/>
                  <a:pt x="7336" y="5183728"/>
                </a:cubicBezTo>
                <a:cubicBezTo>
                  <a:pt x="7062" y="5182241"/>
                  <a:pt x="4888" y="5182665"/>
                  <a:pt x="5901" y="5180163"/>
                </a:cubicBezTo>
                <a:lnTo>
                  <a:pt x="11313" y="5116566"/>
                </a:lnTo>
                <a:lnTo>
                  <a:pt x="78927" y="3839310"/>
                </a:lnTo>
                <a:lnTo>
                  <a:pt x="303617" y="0"/>
                </a:lnTo>
                <a:close/>
              </a:path>
            </a:pathLst>
          </a:cu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pic>
        <p:nvPicPr>
          <p:cNvPr id="7" name="Graphic 6" descr="Upstairs with solid fill">
            <a:extLst>
              <a:ext uri="{FF2B5EF4-FFF2-40B4-BE49-F238E27FC236}">
                <a16:creationId xmlns:a16="http://schemas.microsoft.com/office/drawing/2014/main" id="{707B3226-9928-D038-8B03-C78D4BAC72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/>
        </p:blipFill>
        <p:spPr>
          <a:xfrm rot="171272">
            <a:off x="7684579" y="1636936"/>
            <a:ext cx="3582518" cy="3582518"/>
          </a:xfrm>
          <a:prstGeom prst="rect">
            <a:avLst/>
          </a:prstGeom>
        </p:spPr>
      </p:pic>
      <p:grpSp>
        <p:nvGrpSpPr>
          <p:cNvPr id="16" name="Group 15">
            <a:extLst>
              <a:ext uri="{FF2B5EF4-FFF2-40B4-BE49-F238E27FC236}">
                <a16:creationId xmlns:a16="http://schemas.microsoft.com/office/drawing/2014/main" id="{A02066EC-92CE-4F17-AB46-346119D15C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174436" y="6388259"/>
            <a:ext cx="358083" cy="368964"/>
            <a:chOff x="4135740" y="1795926"/>
            <a:chExt cx="558732" cy="57571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48E4F93A-024D-4896-B535-C700CC6F24E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Grp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GrpSpPr>
          <p:grpSpPr>
            <a:xfrm>
              <a:off x="4135740" y="1795926"/>
              <a:ext cx="558732" cy="575710"/>
              <a:chOff x="1028007" y="1706560"/>
              <a:chExt cx="575710" cy="575710"/>
            </a:xfrm>
          </p:grpSpPr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303ABF7D-0FD3-47CF-BF62-C8D9561F03FE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5656E970-02E8-4F91-8392-EC89484E4401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CxnSpPr>
                <a:cxnSpLocks/>
              </p:cNvCxnSpPr>
              <p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:nvPr>
            </p:nvCxnSpPr>
            <p:spPr>
              <a:xfrm rot="16200000">
                <a:off x="1028007" y="1994415"/>
                <a:ext cx="575710" cy="0"/>
              </a:xfrm>
              <a:prstGeom prst="line">
                <a:avLst/>
              </a:prstGeom>
              <a:ln w="9525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sp>
          <p:nvSpPr>
            <p:cNvPr id="18" name="Oval 17">
              <a:extLst>
                <a:ext uri="{FF2B5EF4-FFF2-40B4-BE49-F238E27FC236}">
                  <a16:creationId xmlns:a16="http://schemas.microsoft.com/office/drawing/2014/main" id="{3E8469CB-65C4-40BA-B613-75617EFBD0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36389" y="1946248"/>
              <a:ext cx="157434" cy="157434"/>
            </a:xfrm>
            <a:prstGeom prst="ellipse">
              <a:avLst/>
            </a:prstGeom>
            <a:noFill/>
            <a:ln w="9525"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5EC04BFF-C178-43B0-9567-EEA423F5C13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5652714">
            <a:off x="10760953" y="5365243"/>
            <a:ext cx="444795" cy="1868387"/>
          </a:xfrm>
          <a:custGeom>
            <a:avLst/>
            <a:gdLst>
              <a:gd name="connsiteX0" fmla="*/ 0 w 555597"/>
              <a:gd name="connsiteY0" fmla="*/ 83880 h 1999290"/>
              <a:gd name="connsiteX1" fmla="*/ 49282 w 555597"/>
              <a:gd name="connsiteY1" fmla="*/ 71215 h 1999290"/>
              <a:gd name="connsiteX2" fmla="*/ 174397 w 555597"/>
              <a:gd name="connsiteY2" fmla="*/ 45224 h 1999290"/>
              <a:gd name="connsiteX3" fmla="*/ 242049 w 555597"/>
              <a:gd name="connsiteY3" fmla="*/ 54744 h 1999290"/>
              <a:gd name="connsiteX4" fmla="*/ 326503 w 555597"/>
              <a:gd name="connsiteY4" fmla="*/ 39434 h 1999290"/>
              <a:gd name="connsiteX5" fmla="*/ 343350 w 555597"/>
              <a:gd name="connsiteY5" fmla="*/ 40491 h 1999290"/>
              <a:gd name="connsiteX6" fmla="*/ 349790 w 555597"/>
              <a:gd name="connsiteY6" fmla="*/ 52348 h 1999290"/>
              <a:gd name="connsiteX7" fmla="*/ 355722 w 555597"/>
              <a:gd name="connsiteY7" fmla="*/ 54552 h 1999290"/>
              <a:gd name="connsiteX8" fmla="*/ 374741 w 555597"/>
              <a:gd name="connsiteY8" fmla="*/ 39676 h 1999290"/>
              <a:gd name="connsiteX9" fmla="*/ 469664 w 555597"/>
              <a:gd name="connsiteY9" fmla="*/ 48453 h 1999290"/>
              <a:gd name="connsiteX10" fmla="*/ 521607 w 555597"/>
              <a:gd name="connsiteY10" fmla="*/ 10408 h 1999290"/>
              <a:gd name="connsiteX11" fmla="*/ 555597 w 555597"/>
              <a:gd name="connsiteY11" fmla="*/ 0 h 1999290"/>
              <a:gd name="connsiteX12" fmla="*/ 555597 w 555597"/>
              <a:gd name="connsiteY12" fmla="*/ 1995494 h 1999290"/>
              <a:gd name="connsiteX13" fmla="*/ 537215 w 555597"/>
              <a:gd name="connsiteY13" fmla="*/ 1991185 h 1999290"/>
              <a:gd name="connsiteX14" fmla="*/ 479386 w 555597"/>
              <a:gd name="connsiteY14" fmla="*/ 1992931 h 1999290"/>
              <a:gd name="connsiteX15" fmla="*/ 462617 w 555597"/>
              <a:gd name="connsiteY15" fmla="*/ 1999290 h 1999290"/>
              <a:gd name="connsiteX16" fmla="*/ 420522 w 555597"/>
              <a:gd name="connsiteY16" fmla="*/ 1999290 h 1999290"/>
              <a:gd name="connsiteX17" fmla="*/ 382909 w 555597"/>
              <a:gd name="connsiteY17" fmla="*/ 1988738 h 1999290"/>
              <a:gd name="connsiteX18" fmla="*/ 295360 w 555597"/>
              <a:gd name="connsiteY18" fmla="*/ 1977122 h 1999290"/>
              <a:gd name="connsiteX19" fmla="*/ 256969 w 555597"/>
              <a:gd name="connsiteY19" fmla="*/ 1970444 h 1999290"/>
              <a:gd name="connsiteX20" fmla="*/ 227096 w 555597"/>
              <a:gd name="connsiteY20" fmla="*/ 1951548 h 1999290"/>
              <a:gd name="connsiteX21" fmla="*/ 222890 w 555597"/>
              <a:gd name="connsiteY21" fmla="*/ 1935696 h 1999290"/>
              <a:gd name="connsiteX22" fmla="*/ 202274 w 555597"/>
              <a:gd name="connsiteY22" fmla="*/ 1929911 h 1999290"/>
              <a:gd name="connsiteX23" fmla="*/ 197448 w 555597"/>
              <a:gd name="connsiteY23" fmla="*/ 1925621 h 1999290"/>
              <a:gd name="connsiteX24" fmla="*/ 169099 w 555597"/>
              <a:gd name="connsiteY24" fmla="*/ 1903786 h 1999290"/>
              <a:gd name="connsiteX25" fmla="*/ 92344 w 555597"/>
              <a:gd name="connsiteY25" fmla="*/ 1925464 h 1999290"/>
              <a:gd name="connsiteX26" fmla="*/ 11266 w 555597"/>
              <a:gd name="connsiteY26" fmla="*/ 1895947 h 1999290"/>
              <a:gd name="connsiteX27" fmla="*/ 0 w 555597"/>
              <a:gd name="connsiteY27" fmla="*/ 1893933 h 199929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</a:cxnLst>
            <a:rect l="l" t="t" r="r" b="b"/>
            <a:pathLst>
              <a:path w="555597" h="1999290">
                <a:moveTo>
                  <a:pt x="0" y="83880"/>
                </a:moveTo>
                <a:lnTo>
                  <a:pt x="49282" y="71215"/>
                </a:lnTo>
                <a:cubicBezTo>
                  <a:pt x="91656" y="63184"/>
                  <a:pt x="135655" y="58277"/>
                  <a:pt x="174397" y="45224"/>
                </a:cubicBezTo>
                <a:cubicBezTo>
                  <a:pt x="225837" y="94025"/>
                  <a:pt x="195077" y="47856"/>
                  <a:pt x="242049" y="54744"/>
                </a:cubicBezTo>
                <a:lnTo>
                  <a:pt x="326503" y="39434"/>
                </a:lnTo>
                <a:lnTo>
                  <a:pt x="343350" y="40491"/>
                </a:lnTo>
                <a:lnTo>
                  <a:pt x="349790" y="52348"/>
                </a:lnTo>
                <a:lnTo>
                  <a:pt x="355722" y="54552"/>
                </a:lnTo>
                <a:lnTo>
                  <a:pt x="374741" y="39676"/>
                </a:lnTo>
                <a:cubicBezTo>
                  <a:pt x="402796" y="31662"/>
                  <a:pt x="441033" y="50452"/>
                  <a:pt x="469664" y="48453"/>
                </a:cubicBezTo>
                <a:cubicBezTo>
                  <a:pt x="478380" y="29604"/>
                  <a:pt x="496522" y="19255"/>
                  <a:pt x="521607" y="10408"/>
                </a:cubicBezTo>
                <a:lnTo>
                  <a:pt x="555597" y="0"/>
                </a:lnTo>
                <a:lnTo>
                  <a:pt x="555597" y="1995494"/>
                </a:lnTo>
                <a:lnTo>
                  <a:pt x="537215" y="1991185"/>
                </a:lnTo>
                <a:cubicBezTo>
                  <a:pt x="514565" y="1988101"/>
                  <a:pt x="490837" y="1988688"/>
                  <a:pt x="479386" y="1992931"/>
                </a:cubicBezTo>
                <a:lnTo>
                  <a:pt x="462617" y="1999290"/>
                </a:lnTo>
                <a:lnTo>
                  <a:pt x="420522" y="1999290"/>
                </a:lnTo>
                <a:lnTo>
                  <a:pt x="382909" y="1988738"/>
                </a:lnTo>
                <a:cubicBezTo>
                  <a:pt x="350860" y="1976654"/>
                  <a:pt x="320299" y="1963332"/>
                  <a:pt x="295360" y="1977122"/>
                </a:cubicBezTo>
                <a:cubicBezTo>
                  <a:pt x="281004" y="1978006"/>
                  <a:pt x="268406" y="1975325"/>
                  <a:pt x="256969" y="1970444"/>
                </a:cubicBezTo>
                <a:lnTo>
                  <a:pt x="227096" y="1951548"/>
                </a:lnTo>
                <a:lnTo>
                  <a:pt x="222890" y="1935696"/>
                </a:lnTo>
                <a:lnTo>
                  <a:pt x="202274" y="1929911"/>
                </a:lnTo>
                <a:lnTo>
                  <a:pt x="197448" y="1925621"/>
                </a:lnTo>
                <a:cubicBezTo>
                  <a:pt x="188240" y="1917376"/>
                  <a:pt x="178991" y="1909643"/>
                  <a:pt x="169099" y="1903786"/>
                </a:cubicBezTo>
                <a:cubicBezTo>
                  <a:pt x="158518" y="1969055"/>
                  <a:pt x="83191" y="1864739"/>
                  <a:pt x="92344" y="1925464"/>
                </a:cubicBezTo>
                <a:cubicBezTo>
                  <a:pt x="36140" y="1904645"/>
                  <a:pt x="59596" y="1967908"/>
                  <a:pt x="11266" y="1895947"/>
                </a:cubicBezTo>
                <a:lnTo>
                  <a:pt x="0" y="1893933"/>
                </a:lnTo>
                <a:close/>
              </a:path>
            </a:pathLst>
          </a:custGeom>
          <a:blipFill dpi="0" rotWithShape="1">
            <a:blip r:embed="rId4">
              <a:alphaModFix amt="84000"/>
            </a:blip>
            <a:srcRect/>
            <a:tile tx="0" ty="0" sx="100000" sy="100000" flip="none" algn="tl"/>
          </a:blipFill>
          <a:ln>
            <a:noFill/>
          </a:ln>
          <a:effectLst>
            <a:outerShdw blurRad="63500" dist="12700" dir="8100000" algn="tr" rotWithShape="0">
              <a:prstClr val="black">
                <a:alpha val="32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135998"/>
      </p:ext>
    </p:extLst>
  </p:cSld>
  <p:clrMapOvr>
    <a:masterClrMapping/>
  </p:clrMapOvr>
</p:sld>
</file>

<file path=ppt/theme/theme1.xml><?xml version="1.0" encoding="utf-8"?>
<a:theme xmlns:a="http://schemas.openxmlformats.org/drawingml/2006/main" name="StreetscapeVTI">
  <a:themeElements>
    <a:clrScheme name="Streetscape2">
      <a:dk1>
        <a:sysClr val="windowText" lastClr="000000"/>
      </a:dk1>
      <a:lt1>
        <a:srgbClr val="FFFFFF"/>
      </a:lt1>
      <a:dk2>
        <a:srgbClr val="191919"/>
      </a:dk2>
      <a:lt2>
        <a:srgbClr val="F3F2EE"/>
      </a:lt2>
      <a:accent1>
        <a:srgbClr val="448885"/>
      </a:accent1>
      <a:accent2>
        <a:srgbClr val="627C58"/>
      </a:accent2>
      <a:accent3>
        <a:srgbClr val="848358"/>
      </a:accent3>
      <a:accent4>
        <a:srgbClr val="547096"/>
      </a:accent4>
      <a:accent5>
        <a:srgbClr val="646464"/>
      </a:accent5>
      <a:accent6>
        <a:srgbClr val="A8A8A8"/>
      </a:accent6>
      <a:hlink>
        <a:srgbClr val="0563C1"/>
      </a:hlink>
      <a:folHlink>
        <a:srgbClr val="954F72"/>
      </a:folHlink>
    </a:clrScheme>
    <a:fontScheme name="Street">
      <a:majorFont>
        <a:latin typeface="Franklin Gothic Heavy"/>
        <a:ea typeface=""/>
        <a:cs typeface=""/>
      </a:majorFont>
      <a:minorFont>
        <a:latin typeface="Consola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treetscapeVTI" id="{B20F88EA-96D0-4E96-9207-A1488DAC5867}" vid="{3F7E5CFE-E584-4E58-A75E-141AC45B1490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365</Words>
  <Application>Microsoft Office PowerPoint</Application>
  <PresentationFormat>Widescreen</PresentationFormat>
  <Paragraphs>34</Paragraphs>
  <Slides>8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9" baseType="lpstr">
      <vt:lpstr>StreetscapeVTI</vt:lpstr>
      <vt:lpstr>What Now?</vt:lpstr>
      <vt:lpstr>Week 4 Progress</vt:lpstr>
      <vt:lpstr>This Week:</vt:lpstr>
      <vt:lpstr>Calendar event classes</vt:lpstr>
      <vt:lpstr>Challenges and solutions</vt:lpstr>
      <vt:lpstr>Gantt chart</vt:lpstr>
      <vt:lpstr>Website</vt:lpstr>
      <vt:lpstr>Next Steps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Ethan P. Janovich</dc:creator>
  <cp:lastModifiedBy>Ethan P. Janovich</cp:lastModifiedBy>
  <cp:revision>173</cp:revision>
  <dcterms:created xsi:type="dcterms:W3CDTF">2026-01-24T15:50:45Z</dcterms:created>
  <dcterms:modified xsi:type="dcterms:W3CDTF">2026-02-16T08:49:36Z</dcterms:modified>
</cp:coreProperties>
</file>