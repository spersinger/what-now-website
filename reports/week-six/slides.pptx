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9" r:id="rId3"/>
    <p:sldId id="262" r:id="rId4"/>
    <p:sldId id="260" r:id="rId5"/>
    <p:sldId id="263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EE3720-F8E3-8805-B62F-D93834D131F9}" v="427" dt="2026-02-23T07:55:20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ender B. Wilson" userId="S::wil81891@pennwest.edu::983a4de1-fa1a-4b3b-a3ea-0407ab083b1d" providerId="AD" clId="Web-{4EEE3720-F8E3-8805-B62F-D93834D131F9}"/>
    <pc:docChg chg="delSld modSld">
      <pc:chgData name="Lavender B. Wilson" userId="S::wil81891@pennwest.edu::983a4de1-fa1a-4b3b-a3ea-0407ab083b1d" providerId="AD" clId="Web-{4EEE3720-F8E3-8805-B62F-D93834D131F9}" dt="2026-02-23T07:55:20.658" v="343" actId="20577"/>
      <pc:docMkLst>
        <pc:docMk/>
      </pc:docMkLst>
      <pc:sldChg chg="modSp del">
        <pc:chgData name="Lavender B. Wilson" userId="S::wil81891@pennwest.edu::983a4de1-fa1a-4b3b-a3ea-0407ab083b1d" providerId="AD" clId="Web-{4EEE3720-F8E3-8805-B62F-D93834D131F9}" dt="2026-02-23T07:53:20.449" v="248"/>
        <pc:sldMkLst>
          <pc:docMk/>
          <pc:sldMk cId="4006630716" sldId="258"/>
        </pc:sldMkLst>
        <pc:spChg chg="mod">
          <ac:chgData name="Lavender B. Wilson" userId="S::wil81891@pennwest.edu::983a4de1-fa1a-4b3b-a3ea-0407ab083b1d" providerId="AD" clId="Web-{4EEE3720-F8E3-8805-B62F-D93834D131F9}" dt="2026-02-23T07:53:01.668" v="247" actId="20577"/>
          <ac:spMkLst>
            <pc:docMk/>
            <pc:sldMk cId="4006630716" sldId="258"/>
            <ac:spMk id="2" creationId="{0A05D9F1-7D23-1006-5B2A-7CD72FE878DE}"/>
          </ac:spMkLst>
        </pc:spChg>
      </pc:sldChg>
      <pc:sldChg chg="modSp">
        <pc:chgData name="Lavender B. Wilson" userId="S::wil81891@pennwest.edu::983a4de1-fa1a-4b3b-a3ea-0407ab083b1d" providerId="AD" clId="Web-{4EEE3720-F8E3-8805-B62F-D93834D131F9}" dt="2026-02-23T07:50:21.129" v="178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4EEE3720-F8E3-8805-B62F-D93834D131F9}" dt="2026-02-23T07:50:21.129" v="17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4EEE3720-F8E3-8805-B62F-D93834D131F9}" dt="2026-02-23T07:55:20.658" v="343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4EEE3720-F8E3-8805-B62F-D93834D131F9}" dt="2026-02-23T07:55:20.658" v="343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4EEE3720-F8E3-8805-B62F-D93834D131F9}" dt="2026-02-23T07:54:33.625" v="299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4EEE3720-F8E3-8805-B62F-D93834D131F9}" dt="2026-02-23T07:54:16.780" v="273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4EEE3720-F8E3-8805-B62F-D93834D131F9}" dt="2026-02-23T07:54:33.625" v="299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del">
        <pc:chgData name="Lavender B. Wilson" userId="S::wil81891@pennwest.edu::983a4de1-fa1a-4b3b-a3ea-0407ab083b1d" providerId="AD" clId="Web-{4EEE3720-F8E3-8805-B62F-D93834D131F9}" dt="2026-02-23T07:46:24.785" v="71"/>
        <pc:sldMkLst>
          <pc:docMk/>
          <pc:sldMk cId="559618474" sldId="264"/>
        </pc:sldMkLst>
      </pc:sldChg>
    </pc:docChg>
  </pc:docChgLst>
  <pc:docChgLst>
    <pc:chgData clId="Web-{4EEE3720-F8E3-8805-B62F-D93834D131F9}"/>
    <pc:docChg chg="modSld">
      <pc:chgData name="" userId="" providerId="" clId="Web-{4EEE3720-F8E3-8805-B62F-D93834D131F9}" dt="2026-02-23T06:52:16.816" v="0" actId="20577"/>
      <pc:docMkLst>
        <pc:docMk/>
      </pc:docMkLst>
      <pc:sldChg chg="modSp">
        <pc:chgData name="" userId="" providerId="" clId="Web-{4EEE3720-F8E3-8805-B62F-D93834D131F9}" dt="2026-02-23T06:52:16.816" v="0" actId="20577"/>
        <pc:sldMkLst>
          <pc:docMk/>
          <pc:sldMk cId="2745669654" sldId="256"/>
        </pc:sldMkLst>
        <pc:spChg chg="mod">
          <ac:chgData name="" userId="" providerId="" clId="Web-{4EEE3720-F8E3-8805-B62F-D93834D131F9}" dt="2026-02-23T06:52:16.816" v="0" actId="20577"/>
          <ac:spMkLst>
            <pc:docMk/>
            <pc:sldMk cId="2745669654" sldId="256"/>
            <ac:spMk id="3" creationId="{BF956AC3-37DC-D6C1-1254-14B0A60E300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3C5D3-2E72-4741-A01C-3E507B47A9F8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1A7C6-3DCA-44AD-9A3A-DF9E06F03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Made adjustments to better represent our progress and future plans.</a:t>
          </a:r>
        </a:p>
      </dgm:t>
    </dgm:pt>
    <dgm:pt modelId="{342662EA-0C84-483A-89D0-E3D35D1E2963}" type="parTrans" cxnId="{053AAF56-AA2C-42BF-89F1-837B2A12F6C8}">
      <dgm:prSet/>
      <dgm:spPr/>
      <dgm:t>
        <a:bodyPr/>
        <a:lstStyle/>
        <a:p>
          <a:endParaRPr lang="en-US"/>
        </a:p>
      </dgm:t>
    </dgm:pt>
    <dgm:pt modelId="{8748F42F-3BB5-4020-99A0-8041DD0E12C9}" type="sibTrans" cxnId="{053AAF56-AA2C-42BF-89F1-837B2A12F6C8}">
      <dgm:prSet/>
      <dgm:spPr/>
      <dgm:t>
        <a:bodyPr/>
        <a:lstStyle/>
        <a:p>
          <a:endParaRPr lang="en-US"/>
        </a:p>
      </dgm:t>
    </dgm:pt>
    <dgm:pt modelId="{22290E01-3957-4D60-B6A2-8E3EAD24FF3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Still well on pace to finish the “What Now?” Project on time.</a:t>
          </a:r>
          <a:endParaRPr lang="en-US">
            <a:latin typeface="Franklin Gothic Heavy"/>
          </a:endParaRPr>
        </a:p>
      </dgm:t>
    </dgm:pt>
    <dgm:pt modelId="{705C20D4-FBB5-4226-BF20-FFB274E82E50}" type="parTrans" cxnId="{0E9C78EB-AF1D-4272-B660-F59A9AD33099}">
      <dgm:prSet/>
      <dgm:spPr/>
      <dgm:t>
        <a:bodyPr/>
        <a:lstStyle/>
        <a:p>
          <a:endParaRPr lang="en-US"/>
        </a:p>
      </dgm:t>
    </dgm:pt>
    <dgm:pt modelId="{A780984D-3921-4AD6-A82A-901AA22A28A2}" type="sibTrans" cxnId="{0E9C78EB-AF1D-4272-B660-F59A9AD33099}">
      <dgm:prSet/>
      <dgm:spPr/>
      <dgm:t>
        <a:bodyPr/>
        <a:lstStyle/>
        <a:p>
          <a:endParaRPr lang="en-US"/>
        </a:p>
      </dgm:t>
    </dgm:pt>
    <dgm:pt modelId="{9C4FD997-3976-4751-8EB4-556D01073D6C}" type="pres">
      <dgm:prSet presAssocID="{50F3C5D3-2E72-4741-A01C-3E507B47A9F8}" presName="root" presStyleCnt="0">
        <dgm:presLayoutVars>
          <dgm:dir/>
          <dgm:resizeHandles val="exact"/>
        </dgm:presLayoutVars>
      </dgm:prSet>
      <dgm:spPr/>
    </dgm:pt>
    <dgm:pt modelId="{F448A15C-140A-40EC-8540-AE640B14F1BB}" type="pres">
      <dgm:prSet presAssocID="{11F1A7C6-3DCA-44AD-9A3A-DF9E06F039A4}" presName="compNode" presStyleCnt="0"/>
      <dgm:spPr/>
    </dgm:pt>
    <dgm:pt modelId="{326AB783-A152-4DFA-B7AD-D48015D5A4BB}" type="pres">
      <dgm:prSet presAssocID="{11F1A7C6-3DCA-44AD-9A3A-DF9E06F039A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  <dgm:pt modelId="{0D179945-8E9D-4715-BB7C-2663646B0147}" type="pres">
      <dgm:prSet presAssocID="{11F1A7C6-3DCA-44AD-9A3A-DF9E06F039A4}" presName="spaceRect" presStyleCnt="0"/>
      <dgm:spPr/>
    </dgm:pt>
    <dgm:pt modelId="{1BFDDF81-1A53-45BD-BE47-9E4282BD7863}" type="pres">
      <dgm:prSet presAssocID="{11F1A7C6-3DCA-44AD-9A3A-DF9E06F039A4}" presName="textRect" presStyleLbl="revTx" presStyleIdx="0" presStyleCnt="2">
        <dgm:presLayoutVars>
          <dgm:chMax val="1"/>
          <dgm:chPref val="1"/>
        </dgm:presLayoutVars>
      </dgm:prSet>
      <dgm:spPr/>
    </dgm:pt>
    <dgm:pt modelId="{DB9A3CA4-EFF5-42FE-990F-6402AEA05BFC}" type="pres">
      <dgm:prSet presAssocID="{8748F42F-3BB5-4020-99A0-8041DD0E12C9}" presName="sibTrans" presStyleCnt="0"/>
      <dgm:spPr/>
    </dgm:pt>
    <dgm:pt modelId="{A209F3D2-9708-4EC2-81CF-7A75762275C9}" type="pres">
      <dgm:prSet presAssocID="{22290E01-3957-4D60-B6A2-8E3EAD24FF36}" presName="compNode" presStyleCnt="0"/>
      <dgm:spPr/>
    </dgm:pt>
    <dgm:pt modelId="{FD42BF2E-EB6D-487E-98C6-E7952446E39C}" type="pres">
      <dgm:prSet presAssocID="{22290E01-3957-4D60-B6A2-8E3EAD24FF3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 Brick Wall with solid fill"/>
        </a:ext>
      </dgm:extLst>
    </dgm:pt>
    <dgm:pt modelId="{01138C09-6FE6-482E-93C8-C1BDCBADB918}" type="pres">
      <dgm:prSet presAssocID="{22290E01-3957-4D60-B6A2-8E3EAD24FF36}" presName="spaceRect" presStyleCnt="0"/>
      <dgm:spPr/>
    </dgm:pt>
    <dgm:pt modelId="{599B8D8E-0D14-48AF-81A2-11A61DA1A240}" type="pres">
      <dgm:prSet presAssocID="{22290E01-3957-4D60-B6A2-8E3EAD24FF3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22A2A09-AF4A-4E57-94B5-F599781634A1}" type="presOf" srcId="{11F1A7C6-3DCA-44AD-9A3A-DF9E06F039A4}" destId="{1BFDDF81-1A53-45BD-BE47-9E4282BD7863}" srcOrd="0" destOrd="0" presId="urn:microsoft.com/office/officeart/2018/2/layout/IconLabelList"/>
    <dgm:cxn modelId="{053AAF56-AA2C-42BF-89F1-837B2A12F6C8}" srcId="{50F3C5D3-2E72-4741-A01C-3E507B47A9F8}" destId="{11F1A7C6-3DCA-44AD-9A3A-DF9E06F039A4}" srcOrd="0" destOrd="0" parTransId="{342662EA-0C84-483A-89D0-E3D35D1E2963}" sibTransId="{8748F42F-3BB5-4020-99A0-8041DD0E12C9}"/>
    <dgm:cxn modelId="{CB983B8D-64D8-4623-A146-5504B3101CF1}" type="presOf" srcId="{22290E01-3957-4D60-B6A2-8E3EAD24FF36}" destId="{599B8D8E-0D14-48AF-81A2-11A61DA1A240}" srcOrd="0" destOrd="0" presId="urn:microsoft.com/office/officeart/2018/2/layout/IconLabelList"/>
    <dgm:cxn modelId="{24B599DC-9310-4089-B061-B6293A0688C7}" type="presOf" srcId="{50F3C5D3-2E72-4741-A01C-3E507B47A9F8}" destId="{9C4FD997-3976-4751-8EB4-556D01073D6C}" srcOrd="0" destOrd="0" presId="urn:microsoft.com/office/officeart/2018/2/layout/IconLabelList"/>
    <dgm:cxn modelId="{0E9C78EB-AF1D-4272-B660-F59A9AD33099}" srcId="{50F3C5D3-2E72-4741-A01C-3E507B47A9F8}" destId="{22290E01-3957-4D60-B6A2-8E3EAD24FF36}" srcOrd="1" destOrd="0" parTransId="{705C20D4-FBB5-4226-BF20-FFB274E82E50}" sibTransId="{A780984D-3921-4AD6-A82A-901AA22A28A2}"/>
    <dgm:cxn modelId="{1BB7CBAA-BE27-48CC-82FC-1D3E87B29DE5}" type="presParOf" srcId="{9C4FD997-3976-4751-8EB4-556D01073D6C}" destId="{F448A15C-140A-40EC-8540-AE640B14F1BB}" srcOrd="0" destOrd="0" presId="urn:microsoft.com/office/officeart/2018/2/layout/IconLabelList"/>
    <dgm:cxn modelId="{35240B14-8CCA-4DBB-AA09-37E2DBAB2756}" type="presParOf" srcId="{F448A15C-140A-40EC-8540-AE640B14F1BB}" destId="{326AB783-A152-4DFA-B7AD-D48015D5A4BB}" srcOrd="0" destOrd="0" presId="urn:microsoft.com/office/officeart/2018/2/layout/IconLabelList"/>
    <dgm:cxn modelId="{1D83A704-7933-467F-AD0F-6C26D69C70DF}" type="presParOf" srcId="{F448A15C-140A-40EC-8540-AE640B14F1BB}" destId="{0D179945-8E9D-4715-BB7C-2663646B0147}" srcOrd="1" destOrd="0" presId="urn:microsoft.com/office/officeart/2018/2/layout/IconLabelList"/>
    <dgm:cxn modelId="{4AED7672-01B0-41AB-B771-D16D5B8E2F65}" type="presParOf" srcId="{F448A15C-140A-40EC-8540-AE640B14F1BB}" destId="{1BFDDF81-1A53-45BD-BE47-9E4282BD7863}" srcOrd="2" destOrd="0" presId="urn:microsoft.com/office/officeart/2018/2/layout/IconLabelList"/>
    <dgm:cxn modelId="{E8128510-635E-41D1-946B-6AE23B6EA3D7}" type="presParOf" srcId="{9C4FD997-3976-4751-8EB4-556D01073D6C}" destId="{DB9A3CA4-EFF5-42FE-990F-6402AEA05BFC}" srcOrd="1" destOrd="0" presId="urn:microsoft.com/office/officeart/2018/2/layout/IconLabelList"/>
    <dgm:cxn modelId="{A2047838-7B4C-4E97-A1C8-30194DFBDF94}" type="presParOf" srcId="{9C4FD997-3976-4751-8EB4-556D01073D6C}" destId="{A209F3D2-9708-4EC2-81CF-7A75762275C9}" srcOrd="2" destOrd="0" presId="urn:microsoft.com/office/officeart/2018/2/layout/IconLabelList"/>
    <dgm:cxn modelId="{C3658C7E-6A4A-4690-8387-C9C0B9162B72}" type="presParOf" srcId="{A209F3D2-9708-4EC2-81CF-7A75762275C9}" destId="{FD42BF2E-EB6D-487E-98C6-E7952446E39C}" srcOrd="0" destOrd="0" presId="urn:microsoft.com/office/officeart/2018/2/layout/IconLabelList"/>
    <dgm:cxn modelId="{3618211B-D9AE-47AE-B2CB-0E3C1ABCBCF5}" type="presParOf" srcId="{A209F3D2-9708-4EC2-81CF-7A75762275C9}" destId="{01138C09-6FE6-482E-93C8-C1BDCBADB918}" srcOrd="1" destOrd="0" presId="urn:microsoft.com/office/officeart/2018/2/layout/IconLabelList"/>
    <dgm:cxn modelId="{F4BCBF77-5305-4B5D-9190-9DBBBCFBE77F}" type="presParOf" srcId="{A209F3D2-9708-4EC2-81CF-7A75762275C9}" destId="{599B8D8E-0D14-48AF-81A2-11A61DA1A2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AB783-A152-4DFA-B7AD-D48015D5A4BB}">
      <dsp:nvSpPr>
        <dsp:cNvPr id="0" name=""/>
        <dsp:cNvSpPr/>
      </dsp:nvSpPr>
      <dsp:spPr>
        <a:xfrm>
          <a:off x="1527825" y="360118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DDF81-1A53-45BD-BE47-9E4282BD7863}">
      <dsp:nvSpPr>
        <dsp:cNvPr id="0" name=""/>
        <dsp:cNvSpPr/>
      </dsp:nvSpPr>
      <dsp:spPr>
        <a:xfrm>
          <a:off x="339825" y="2774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Made adjustments to better represent our progress and future plans.</a:t>
          </a:r>
        </a:p>
      </dsp:txBody>
      <dsp:txXfrm>
        <a:off x="339825" y="2774331"/>
        <a:ext cx="4320000" cy="720000"/>
      </dsp:txXfrm>
    </dsp:sp>
    <dsp:sp modelId="{FD42BF2E-EB6D-487E-98C6-E7952446E39C}">
      <dsp:nvSpPr>
        <dsp:cNvPr id="0" name=""/>
        <dsp:cNvSpPr/>
      </dsp:nvSpPr>
      <dsp:spPr>
        <a:xfrm>
          <a:off x="6603825" y="360118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B8D8E-0D14-48AF-81A2-11A61DA1A240}">
      <dsp:nvSpPr>
        <dsp:cNvPr id="0" name=""/>
        <dsp:cNvSpPr/>
      </dsp:nvSpPr>
      <dsp:spPr>
        <a:xfrm>
          <a:off x="5415825" y="2774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/>
              <a:ea typeface="Calibri"/>
              <a:cs typeface="Calibri"/>
            </a:rPr>
            <a:t>Still well on pace to finish the “What Now?” Project on time.</a:t>
          </a:r>
          <a:endParaRPr lang="en-US" sz="1700" kern="1200">
            <a:latin typeface="Franklin Gothic Heavy"/>
          </a:endParaRPr>
        </a:p>
      </dsp:txBody>
      <dsp:txXfrm>
        <a:off x="5415825" y="277433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/>
              <a:t>Week 6 Report</a:t>
            </a:r>
          </a:p>
          <a:p>
            <a:r>
              <a:rPr lang="en-US" sz="1500" dirty="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177" y="2302042"/>
            <a:ext cx="668818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800" dirty="0"/>
              <a:t>Added support for string initialization of </a:t>
            </a:r>
            <a:r>
              <a:rPr lang="en-US" sz="1800" dirty="0" err="1"/>
              <a:t>CalendarEvents</a:t>
            </a:r>
            <a:endParaRPr lang="en-US" sz="1800"/>
          </a:p>
          <a:p>
            <a:pPr algn="ctr"/>
            <a:r>
              <a:rPr lang="en-US" sz="1800" dirty="0"/>
              <a:t>Work on Schedule and </a:t>
            </a:r>
            <a:r>
              <a:rPr lang="en-US" sz="1800" dirty="0" err="1"/>
              <a:t>CommandInterpreter</a:t>
            </a:r>
            <a:r>
              <a:rPr lang="en-US" sz="1800" dirty="0"/>
              <a:t> continued</a:t>
            </a:r>
          </a:p>
          <a:p>
            <a:pPr algn="ctr"/>
            <a:r>
              <a:rPr lang="en-US" sz="1800"/>
              <a:t>Began work on application building/packaging process (Android, Linux)</a:t>
            </a:r>
          </a:p>
          <a:p>
            <a:pPr algn="ctr"/>
            <a:r>
              <a:rPr lang="en-US" sz="1800"/>
              <a:t>Began implementing updated design</a:t>
            </a:r>
            <a:endParaRPr lang="en-US" sz="1800" dirty="0"/>
          </a:p>
          <a:p>
            <a:pPr algn="ctr"/>
            <a:endParaRPr lang="en-US" sz="1800" dirty="0"/>
          </a:p>
          <a:p>
            <a:pPr algn="ctr"/>
            <a:endParaRPr lang="en-US" sz="1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Challenges and solutions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BBD9-8322-A65E-381E-DE079DC2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555958" cy="38541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/>
              <a:t>Challenges: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 err="1"/>
              <a:t>TextInput</a:t>
            </a:r>
            <a:r>
              <a:rPr lang="en-US" sz="1800" dirty="0"/>
              <a:t> box background color couldn't be changed</a:t>
            </a:r>
          </a:p>
          <a:p>
            <a:pPr>
              <a:buAutoNum type="arabicPeriod"/>
            </a:pPr>
            <a:r>
              <a:rPr lang="en-US" sz="1800"/>
              <a:t> Python not correctly matching Enum type from class member</a:t>
            </a:r>
          </a:p>
          <a:p>
            <a:pPr>
              <a:buAutoNum type="arabicPeriod"/>
            </a:pPr>
            <a:r>
              <a:rPr lang="en-US" sz="1800"/>
              <a:t> Building for Linux (installer script not bundling correct shared libraries)</a:t>
            </a:r>
          </a:p>
          <a:p>
            <a:pPr>
              <a:buAutoNum type="arabicPeriod"/>
            </a:pPr>
            <a:r>
              <a:rPr lang="en-US" sz="1800"/>
              <a:t> Voice text-box issues with Linux</a:t>
            </a:r>
            <a:r>
              <a:rPr lang="en-US" sz="1800" dirty="0"/>
              <a:t> touchpads</a:t>
            </a:r>
          </a:p>
          <a:p>
            <a:pPr>
              <a:buAutoNum type="arabicPeriod"/>
            </a:pPr>
            <a:endParaRPr lang="en-US" sz="1800" dirty="0"/>
          </a:p>
          <a:p>
            <a:pPr>
              <a:buAutoNum type="arabicPeriod"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F8835-9EFB-B113-AE2A-E0A5EF4033CC}"/>
              </a:ext>
            </a:extLst>
          </p:cNvPr>
          <p:cNvSpPr txBox="1"/>
          <p:nvPr/>
        </p:nvSpPr>
        <p:spPr>
          <a:xfrm>
            <a:off x="6096000" y="2274737"/>
            <a:ext cx="5422232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Solutions:</a:t>
            </a: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/>
              <a:t>Added a different box around it which could be styled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285750" indent="-285750">
              <a:buAutoNum type="arabicPeriod"/>
            </a:pPr>
            <a:r>
              <a:rPr lang="en-US"/>
              <a:t>Matched over `type.name` instead</a:t>
            </a:r>
            <a:endParaRPr lang="en-US" dirty="0"/>
          </a:p>
          <a:p>
            <a:pPr marL="285750" indent="-285750">
              <a:buAutoNum type="arabicPeriod"/>
            </a:pPr>
            <a:endParaRPr lang="en-US" dirty="0"/>
          </a:p>
          <a:p>
            <a:pPr marL="285750" indent="-285750">
              <a:buAutoNum type="arabicPeriod"/>
            </a:pPr>
            <a:r>
              <a:rPr lang="en-US"/>
              <a:t>Still being worked on</a:t>
            </a:r>
          </a:p>
          <a:p>
            <a:pPr marL="285750" indent="-285750">
              <a:buAutoNum type="arabicPeriod"/>
            </a:pPr>
            <a:endParaRPr lang="en-US" dirty="0"/>
          </a:p>
          <a:p>
            <a:pPr marL="285750" indent="-285750">
              <a:buAutoNum type="arabicPeriod"/>
            </a:pPr>
            <a:r>
              <a:rPr lang="en-US" dirty="0" err="1"/>
              <a:t>Kivy</a:t>
            </a:r>
            <a:r>
              <a:rPr lang="en-US" dirty="0"/>
              <a:t> configurations in main.py</a:t>
            </a:r>
          </a:p>
        </p:txBody>
      </p:sp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634116-A947-3B52-5F70-52F5BB41F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325241"/>
              </p:ext>
            </p:extLst>
          </p:nvPr>
        </p:nvGraphicFramePr>
        <p:xfrm>
          <a:off x="1063925" y="2317750"/>
          <a:ext cx="10075651" cy="385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Continue our work on the Schedule and the </a:t>
            </a:r>
            <a:r>
              <a:rPr lang="en-US" dirty="0" err="1"/>
              <a:t>CommandInterpreter</a:t>
            </a:r>
            <a:r>
              <a:rPr lang="en-US" dirty="0"/>
              <a:t> classes</a:t>
            </a:r>
          </a:p>
          <a:p>
            <a:r>
              <a:rPr lang="en-US"/>
              <a:t>Continue implementing new UI design</a:t>
            </a:r>
          </a:p>
          <a:p>
            <a:r>
              <a:rPr lang="en-US"/>
              <a:t>Continue working on app build/package process for Android and Linux</a:t>
            </a:r>
            <a:endParaRPr lang="en-US" dirty="0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365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StreetscapeVTI</vt:lpstr>
      <vt:lpstr>What Now?</vt:lpstr>
      <vt:lpstr>This Week:</vt:lpstr>
      <vt:lpstr>Challenges and solutions</vt:lpstr>
      <vt:lpstr>Gantt chart</vt:lpstr>
      <vt:lpstr>Website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P. Janovich</dc:creator>
  <cp:lastModifiedBy>Ethan P. Janovich</cp:lastModifiedBy>
  <cp:revision>243</cp:revision>
  <dcterms:created xsi:type="dcterms:W3CDTF">2026-01-24T15:50:45Z</dcterms:created>
  <dcterms:modified xsi:type="dcterms:W3CDTF">2026-02-23T07:55:23Z</dcterms:modified>
</cp:coreProperties>
</file>