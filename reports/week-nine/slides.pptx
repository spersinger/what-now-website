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66" r:id="rId5"/>
    <p:sldId id="267" r:id="rId6"/>
    <p:sldId id="260" r:id="rId7"/>
    <p:sldId id="268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28BAC-E1BE-E46C-E2AB-01576679EA6C}" v="84" dt="2026-03-23T07:12:38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0C528BAC-E1BE-E46C-E2AB-01576679EA6C}"/>
    <pc:docChg chg="modSld">
      <pc:chgData name="Lavender B. Wilson" userId="S::wil81891@pennwest.edu::983a4de1-fa1a-4b3b-a3ea-0407ab083b1d" providerId="AD" clId="Web-{0C528BAC-E1BE-E46C-E2AB-01576679EA6C}" dt="2026-03-23T07:12:38.227" v="42" actId="20577"/>
      <pc:docMkLst>
        <pc:docMk/>
      </pc:docMkLst>
      <pc:sldChg chg="modSp">
        <pc:chgData name="Lavender B. Wilson" userId="S::wil81891@pennwest.edu::983a4de1-fa1a-4b3b-a3ea-0407ab083b1d" providerId="AD" clId="Web-{0C528BAC-E1BE-E46C-E2AB-01576679EA6C}" dt="2026-03-23T07:10:27.587" v="5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0C528BAC-E1BE-E46C-E2AB-01576679EA6C}" dt="2026-03-23T07:10:27.587" v="5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0C528BAC-E1BE-E46C-E2AB-01576679EA6C}" dt="2026-03-23T07:12:38.227" v="42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0C528BAC-E1BE-E46C-E2AB-01576679EA6C}" dt="2026-03-23T07:12:38.227" v="42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C605ECFF-1763-72DD-7C74-0BC3E1D6455A}"/>
    <pc:docChg chg="addSld delSld modSld">
      <pc:chgData name="Samuel Persinger" userId="S::per6690@pennwest.edu::f27f3664-de55-47d6-b32d-d7b37ddfa4be" providerId="AD" clId="Web-{C605ECFF-1763-72DD-7C74-0BC3E1D6455A}" dt="2026-03-02T05:22:50.265" v="452" actId="1076"/>
      <pc:docMkLst>
        <pc:docMk/>
      </pc:docMkLst>
      <pc:sldChg chg="modSp">
        <pc:chgData name="Samuel Persinger" userId="S::per6690@pennwest.edu::f27f3664-de55-47d6-b32d-d7b37ddfa4be" providerId="AD" clId="Web-{C605ECFF-1763-72DD-7C74-0BC3E1D6455A}" dt="2026-03-02T03:38:56.738" v="17" actId="20577"/>
        <pc:sldMkLst>
          <pc:docMk/>
          <pc:sldMk cId="2745669654" sldId="256"/>
        </pc:sldMkLst>
        <pc:spChg chg="mod">
          <ac:chgData name="Samuel Persinger" userId="S::per6690@pennwest.edu::f27f3664-de55-47d6-b32d-d7b37ddfa4be" providerId="AD" clId="Web-{C605ECFF-1763-72DD-7C74-0BC3E1D6455A}" dt="2026-03-02T03:38:56.738" v="17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40:11.381" v="118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C605ECFF-1763-72DD-7C74-0BC3E1D6455A}" dt="2026-03-02T03:40:11.381" v="11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55.998" v="310" actId="20577"/>
        <pc:sldMkLst>
          <pc:docMk/>
          <pc:sldMk cId="958039725" sldId="260"/>
        </pc:sldMkLst>
      </pc:sldChg>
      <pc:sldChg chg="modSp">
        <pc:chgData name="Samuel Persinger" userId="S::per6690@pennwest.edu::f27f3664-de55-47d6-b32d-d7b37ddfa4be" providerId="AD" clId="Web-{C605ECFF-1763-72DD-7C74-0BC3E1D6455A}" dt="2026-03-02T05:13:31.053" v="444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C605ECFF-1763-72DD-7C74-0BC3E1D6455A}" dt="2026-03-02T05:13:31.053" v="444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39.685" v="292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C605ECFF-1763-72DD-7C74-0BC3E1D6455A}" dt="2026-03-02T03:53:39.685" v="29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C605ECFF-1763-72DD-7C74-0BC3E1D6455A}" dt="2026-03-02T03:53:38.029" v="289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new">
        <pc:chgData name="Samuel Persinger" userId="S::per6690@pennwest.edu::f27f3664-de55-47d6-b32d-d7b37ddfa4be" providerId="AD" clId="Web-{C605ECFF-1763-72DD-7C74-0BC3E1D6455A}" dt="2026-03-02T05:15:14.868" v="449" actId="14100"/>
        <pc:sldMkLst>
          <pc:docMk/>
          <pc:sldMk cId="816210219" sldId="266"/>
        </pc:sldMkLst>
        <pc:spChg chg="mod">
          <ac:chgData name="Samuel Persinger" userId="S::per6690@pennwest.edu::f27f3664-de55-47d6-b32d-d7b37ddfa4be" providerId="AD" clId="Web-{C605ECFF-1763-72DD-7C74-0BC3E1D6455A}" dt="2026-03-02T05:14:30.414" v="446" actId="20577"/>
          <ac:spMkLst>
            <pc:docMk/>
            <pc:sldMk cId="816210219" sldId="266"/>
            <ac:spMk id="2" creationId="{3D5A341D-08C9-A3CF-5D81-42FEB748D1CE}"/>
          </ac:spMkLst>
        </pc:spChg>
      </pc:sldChg>
    </pc:docChg>
  </pc:docChgLst>
  <pc:docChgLst>
    <pc:chgData name="Samuel Persinger" userId="S::per6690@pennwest.edu::f27f3664-de55-47d6-b32d-d7b37ddfa4be" providerId="AD" clId="Web-{9872691D-AA6B-B9CB-4F95-A606A2F8D181}"/>
    <pc:docChg chg="addSld delSld modSld sldOrd">
      <pc:chgData name="Samuel Persinger" userId="S::per6690@pennwest.edu::f27f3664-de55-47d6-b32d-d7b37ddfa4be" providerId="AD" clId="Web-{9872691D-AA6B-B9CB-4F95-A606A2F8D181}" dt="2026-03-16T13:34:46.947" v="114" actId="1076"/>
      <pc:docMkLst>
        <pc:docMk/>
      </pc:docMkLst>
      <pc:sldChg chg="modSp">
        <pc:chgData name="Samuel Persinger" userId="S::per6690@pennwest.edu::f27f3664-de55-47d6-b32d-d7b37ddfa4be" providerId="AD" clId="Web-{9872691D-AA6B-B9CB-4F95-A606A2F8D181}" dt="2026-03-16T13:03:48.819" v="23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9872691D-AA6B-B9CB-4F95-A606A2F8D181}" dt="2026-03-16T13:03:48.819" v="23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22:44.639" v="96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9872691D-AA6B-B9CB-4F95-A606A2F8D181}" dt="2026-03-16T13:22:44.639" v="96" actId="20577"/>
          <ac:spMkLst>
            <pc:docMk/>
            <pc:sldMk cId="958039725" sldId="260"/>
            <ac:spMk id="2" creationId="{5E84D5B1-A123-4039-AB25-D807F21A5F1F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17:31.515" v="82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9872691D-AA6B-B9CB-4F95-A606A2F8D181}" dt="2026-03-16T13:17:31.515" v="82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04:03.506" v="4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9872691D-AA6B-B9CB-4F95-A606A2F8D181}" dt="2026-03-16T13:04:03.506" v="46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9872691D-AA6B-B9CB-4F95-A606A2F8D181}" dt="2026-03-16T13:03:43.631" v="1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modSp">
        <pc:chgData name="Samuel Persinger" userId="S::per6690@pennwest.edu::f27f3664-de55-47d6-b32d-d7b37ddfa4be" providerId="AD" clId="Web-{9872691D-AA6B-B9CB-4F95-A606A2F8D181}" dt="2026-03-16T13:17:01.890" v="62" actId="20577"/>
        <pc:sldMkLst>
          <pc:docMk/>
          <pc:sldMk cId="816210219" sldId="266"/>
        </pc:sldMkLst>
        <pc:spChg chg="mod">
          <ac:chgData name="Samuel Persinger" userId="S::per6690@pennwest.edu::f27f3664-de55-47d6-b32d-d7b37ddfa4be" providerId="AD" clId="Web-{9872691D-AA6B-B9CB-4F95-A606A2F8D181}" dt="2026-03-16T13:17:01.890" v="62" actId="20577"/>
          <ac:spMkLst>
            <pc:docMk/>
            <pc:sldMk cId="816210219" sldId="266"/>
            <ac:spMk id="5" creationId="{4AD2A9EC-569B-AD8C-7FE1-708E1ED51BE8}"/>
          </ac:spMkLst>
        </pc:spChg>
        <pc:picChg chg="add mod">
          <ac:chgData name="Samuel Persinger" userId="S::per6690@pennwest.edu::f27f3664-de55-47d6-b32d-d7b37ddfa4be" providerId="AD" clId="Web-{9872691D-AA6B-B9CB-4F95-A606A2F8D181}" dt="2026-03-16T13:16:49.515" v="53" actId="1076"/>
          <ac:picMkLst>
            <pc:docMk/>
            <pc:sldMk cId="816210219" sldId="266"/>
            <ac:picMk id="3" creationId="{AC964ACD-D3C8-6566-8CF4-66D93BC111E7}"/>
          </ac:picMkLst>
        </pc:picChg>
      </pc:sldChg>
      <pc:sldChg chg="addSp delSp modSp">
        <pc:chgData name="Samuel Persinger" userId="S::per6690@pennwest.edu::f27f3664-de55-47d6-b32d-d7b37ddfa4be" providerId="AD" clId="Web-{9872691D-AA6B-B9CB-4F95-A606A2F8D181}" dt="2026-03-16T13:22:17.311" v="84" actId="1076"/>
        <pc:sldMkLst>
          <pc:docMk/>
          <pc:sldMk cId="1039930182" sldId="267"/>
        </pc:sldMkLst>
        <pc:picChg chg="add mod ord">
          <ac:chgData name="Samuel Persinger" userId="S::per6690@pennwest.edu::f27f3664-de55-47d6-b32d-d7b37ddfa4be" providerId="AD" clId="Web-{9872691D-AA6B-B9CB-4F95-A606A2F8D181}" dt="2026-03-16T13:22:17.311" v="84" actId="1076"/>
          <ac:picMkLst>
            <pc:docMk/>
            <pc:sldMk cId="1039930182" sldId="267"/>
            <ac:picMk id="4" creationId="{AADAFD59-231C-12C2-2594-D941A8C2ABEF}"/>
          </ac:picMkLst>
        </pc:picChg>
      </pc:sldChg>
      <pc:sldChg chg="addSp delSp modSp new ord">
        <pc:chgData name="Samuel Persinger" userId="S::per6690@pennwest.edu::f27f3664-de55-47d6-b32d-d7b37ddfa4be" providerId="AD" clId="Web-{9872691D-AA6B-B9CB-4F95-A606A2F8D181}" dt="2026-03-16T13:34:46.947" v="114" actId="1076"/>
        <pc:sldMkLst>
          <pc:docMk/>
          <pc:sldMk cId="3218854293" sldId="268"/>
        </pc:sldMkLst>
        <pc:spChg chg="mod">
          <ac:chgData name="Samuel Persinger" userId="S::per6690@pennwest.edu::f27f3664-de55-47d6-b32d-d7b37ddfa4be" providerId="AD" clId="Web-{9872691D-AA6B-B9CB-4F95-A606A2F8D181}" dt="2026-03-16T13:22:41.671" v="95" actId="20577"/>
          <ac:spMkLst>
            <pc:docMk/>
            <pc:sldMk cId="3218854293" sldId="268"/>
            <ac:spMk id="2" creationId="{A733F693-20C8-F1E9-6973-7DB0F898226E}"/>
          </ac:spMkLst>
        </pc:spChg>
        <pc:picChg chg="add mod ord">
          <ac:chgData name="Samuel Persinger" userId="S::per6690@pennwest.edu::f27f3664-de55-47d6-b32d-d7b37ddfa4be" providerId="AD" clId="Web-{9872691D-AA6B-B9CB-4F95-A606A2F8D181}" dt="2026-03-16T13:34:46.915" v="113" actId="1076"/>
          <ac:picMkLst>
            <pc:docMk/>
            <pc:sldMk cId="3218854293" sldId="268"/>
            <ac:picMk id="9" creationId="{F6140BD7-B0CE-B9C2-8397-0ECB0D827C04}"/>
          </ac:picMkLst>
        </pc:picChg>
        <pc:picChg chg="add mod">
          <ac:chgData name="Samuel Persinger" userId="S::per6690@pennwest.edu::f27f3664-de55-47d6-b32d-d7b37ddfa4be" providerId="AD" clId="Web-{9872691D-AA6B-B9CB-4F95-A606A2F8D181}" dt="2026-03-16T13:34:46.947" v="114" actId="1076"/>
          <ac:picMkLst>
            <pc:docMk/>
            <pc:sldMk cId="3218854293" sldId="268"/>
            <ac:picMk id="10" creationId="{35EAAFF4-B5BD-4F2A-3A6D-984C9B753B7C}"/>
          </ac:picMkLst>
        </pc:picChg>
      </pc:sldChg>
    </pc:docChg>
  </pc:docChgLst>
  <pc:docChgLst>
    <pc:chgData name="Ethan P. Janovich" userId="234861c4-535e-431c-9aa7-95bb4533e226" providerId="ADAL" clId="{79425B1F-E787-4A95-91BF-46B89E2A962D}"/>
    <pc:docChg chg="custSel modSld sldOrd">
      <pc:chgData name="Ethan P. Janovich" userId="234861c4-535e-431c-9aa7-95bb4533e226" providerId="ADAL" clId="{79425B1F-E787-4A95-91BF-46B89E2A962D}" dt="2026-03-14T23:18:22.265" v="1979" actId="20577"/>
      <pc:docMkLst>
        <pc:docMk/>
      </pc:docMkLst>
      <pc:sldChg chg="modSp mod">
        <pc:chgData name="Ethan P. Janovich" userId="234861c4-535e-431c-9aa7-95bb4533e226" providerId="ADAL" clId="{79425B1F-E787-4A95-91BF-46B89E2A962D}" dt="2026-03-14T21:24:51.358" v="1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3-14T21:24:51.358" v="1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79425B1F-E787-4A95-91BF-46B89E2A962D}" dt="2026-03-14T23:18:22.265" v="1979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3-14T23:18:22.265" v="1979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delSp modSp mod">
        <pc:chgData name="Ethan P. Janovich" userId="234861c4-535e-431c-9aa7-95bb4533e226" providerId="ADAL" clId="{79425B1F-E787-4A95-91BF-46B89E2A962D}" dt="2026-03-14T22:53:15.596" v="1747" actId="20577"/>
        <pc:sldMkLst>
          <pc:docMk/>
          <pc:sldMk cId="958039725" sldId="260"/>
        </pc:sldMkLst>
        <pc:spChg chg="mo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" creationId="{5E84D5B1-A123-4039-AB25-D807F21A5F1F}"/>
          </ac:spMkLst>
        </pc:spChg>
        <pc:spChg chg="add mod">
          <ac:chgData name="Ethan P. Janovich" userId="234861c4-535e-431c-9aa7-95bb4533e226" providerId="ADAL" clId="{79425B1F-E787-4A95-91BF-46B89E2A962D}" dt="2026-03-14T22:53:15.596" v="1747" actId="20577"/>
          <ac:spMkLst>
            <pc:docMk/>
            <pc:sldMk cId="958039725" sldId="260"/>
            <ac:spMk id="21" creationId="{DDE0D429-FA12-88BD-C182-56C812C2E370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4" creationId="{40F9F56E-5A69-4F79-A578-5963B46C14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6" creationId="{E99323BC-1B70-447E-A2E4-BD7851671A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8" creationId="{1FFF5263-8C19-4573-8C94-FC74D1ED10D8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36" creationId="{5EC04BFF-C178-43B0-9567-EEA423F5C130}"/>
          </ac:spMkLst>
        </pc:spChg>
        <pc:grpChg chg="add">
          <ac:chgData name="Ethan P. Janovich" userId="234861c4-535e-431c-9aa7-95bb4533e226" providerId="ADAL" clId="{79425B1F-E787-4A95-91BF-46B89E2A962D}" dt="2026-03-14T22:11:42.077" v="1148" actId="26606"/>
          <ac:grpSpMkLst>
            <pc:docMk/>
            <pc:sldMk cId="958039725" sldId="260"/>
            <ac:grpSpMk id="30" creationId="{A02066EC-92CE-4F17-AB46-346119D15C6A}"/>
          </ac:grpSpMkLst>
        </pc:grpChg>
        <pc:picChg chg="add mod">
          <ac:chgData name="Ethan P. Janovich" userId="234861c4-535e-431c-9aa7-95bb4533e226" providerId="ADAL" clId="{79425B1F-E787-4A95-91BF-46B89E2A962D}" dt="2026-03-14T22:11:42.077" v="1148" actId="26606"/>
          <ac:picMkLst>
            <pc:docMk/>
            <pc:sldMk cId="958039725" sldId="260"/>
            <ac:picMk id="7" creationId="{B8EE0BA4-B38E-40B3-12AE-097A0C422A36}"/>
          </ac:picMkLst>
        </pc:picChg>
      </pc:sldChg>
      <pc:sldChg chg="modSp mod ord">
        <pc:chgData name="Ethan P. Janovich" userId="234861c4-535e-431c-9aa7-95bb4533e226" providerId="ADAL" clId="{79425B1F-E787-4A95-91BF-46B89E2A962D}" dt="2026-03-14T22:59:30.424" v="1838" actId="255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3-14T22:59:30.424" v="1838" actId="255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79425B1F-E787-4A95-91BF-46B89E2A962D}" dt="2026-03-14T22:58:44.678" v="1835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3-14T22:51:24.532" v="1635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79425B1F-E787-4A95-91BF-46B89E2A962D}" dt="2026-03-14T22:58:44.678" v="1835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">
        <pc:chgData name="Ethan P. Janovich" userId="234861c4-535e-431c-9aa7-95bb4533e226" providerId="ADAL" clId="{79425B1F-E787-4A95-91BF-46B89E2A962D}" dt="2026-03-14T22:07:52.208" v="1083" actId="20577"/>
        <pc:sldMkLst>
          <pc:docMk/>
          <pc:sldMk cId="816210219" sldId="266"/>
        </pc:sldMkLst>
        <pc:spChg chg="mod">
          <ac:chgData name="Ethan P. Janovich" userId="234861c4-535e-431c-9aa7-95bb4533e226" providerId="ADAL" clId="{79425B1F-E787-4A95-91BF-46B89E2A962D}" dt="2026-03-14T22:07:24.828" v="1015" actId="20577"/>
          <ac:spMkLst>
            <pc:docMk/>
            <pc:sldMk cId="816210219" sldId="266"/>
            <ac:spMk id="2" creationId="{3D5A341D-08C9-A3CF-5D81-42FEB748D1CE}"/>
          </ac:spMkLst>
        </pc:spChg>
        <pc:spChg chg="add mod">
          <ac:chgData name="Ethan P. Janovich" userId="234861c4-535e-431c-9aa7-95bb4533e226" providerId="ADAL" clId="{79425B1F-E787-4A95-91BF-46B89E2A962D}" dt="2026-03-14T22:07:52.208" v="1083" actId="20577"/>
          <ac:spMkLst>
            <pc:docMk/>
            <pc:sldMk cId="816210219" sldId="266"/>
            <ac:spMk id="5" creationId="{4AD2A9EC-569B-AD8C-7FE1-708E1ED51BE8}"/>
          </ac:spMkLst>
        </pc:spChg>
      </pc:sldChg>
      <pc:sldChg chg="delSp modSp mod ord delAnim">
        <pc:chgData name="Ethan P. Janovich" userId="234861c4-535e-431c-9aa7-95bb4533e226" providerId="ADAL" clId="{79425B1F-E787-4A95-91BF-46B89E2A962D}" dt="2026-03-14T22:08:33.146" v="1142" actId="20577"/>
        <pc:sldMkLst>
          <pc:docMk/>
          <pc:sldMk cId="1039930182" sldId="267"/>
        </pc:sldMkLst>
        <pc:spChg chg="mod">
          <ac:chgData name="Ethan P. Janovich" userId="234861c4-535e-431c-9aa7-95bb4533e226" providerId="ADAL" clId="{79425B1F-E787-4A95-91BF-46B89E2A962D}" dt="2026-03-14T22:08:20.190" v="1102" actId="20577"/>
          <ac:spMkLst>
            <pc:docMk/>
            <pc:sldMk cId="1039930182" sldId="267"/>
            <ac:spMk id="2" creationId="{2770F368-AD45-DB59-9199-1861A01C923C}"/>
          </ac:spMkLst>
        </pc:spChg>
      </pc:sldChg>
    </pc:docChg>
  </pc:docChgLst>
  <pc:docChgLst>
    <pc:chgData clId="Web-{9872691D-AA6B-B9CB-4F95-A606A2F8D181}"/>
    <pc:docChg chg="modSld">
      <pc:chgData name="" userId="" providerId="" clId="Web-{9872691D-AA6B-B9CB-4F95-A606A2F8D181}" dt="2026-03-16T13:03:19.663" v="0" actId="20577"/>
      <pc:docMkLst>
        <pc:docMk/>
      </pc:docMkLst>
      <pc:sldChg chg="modSp">
        <pc:chgData name="" userId="" providerId="" clId="Web-{9872691D-AA6B-B9CB-4F95-A606A2F8D181}" dt="2026-03-16T13:03:19.663" v="0" actId="20577"/>
        <pc:sldMkLst>
          <pc:docMk/>
          <pc:sldMk cId="235494819" sldId="259"/>
        </pc:sldMkLst>
        <pc:spChg chg="mod">
          <ac:chgData name="" userId="" providerId="" clId="Web-{9872691D-AA6B-B9CB-4F95-A606A2F8D181}" dt="2026-03-16T13:03:19.663" v="0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  <pc:docChgLst>
    <pc:chgData name="Lavender B. Wilson" userId="S::wil81891@pennwest.edu::983a4de1-fa1a-4b3b-a3ea-0407ab083b1d" providerId="AD" clId="Web-{4EEE3720-F8E3-8805-B62F-D93834D131F9}"/>
    <pc:docChg chg="delSld modSld">
      <pc:chgData name="Lavender B. Wilson" userId="S::wil81891@pennwest.edu::983a4de1-fa1a-4b3b-a3ea-0407ab083b1d" providerId="AD" clId="Web-{4EEE3720-F8E3-8805-B62F-D93834D131F9}" dt="2026-02-23T07:55:20.658" v="343" actId="20577"/>
      <pc:docMkLst>
        <pc:docMk/>
      </pc:docMkLst>
      <pc:sldChg chg="modSp">
        <pc:chgData name="Lavender B. Wilson" userId="S::wil81891@pennwest.edu::983a4de1-fa1a-4b3b-a3ea-0407ab083b1d" providerId="AD" clId="Web-{4EEE3720-F8E3-8805-B62F-D93834D131F9}" dt="2026-02-23T07:50:21.129" v="178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EEE3720-F8E3-8805-B62F-D93834D131F9}" dt="2026-02-23T07:50:21.129" v="17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5:20.658" v="343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4EEE3720-F8E3-8805-B62F-D93834D131F9}" dt="2026-02-23T07:55:20.658" v="343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4:33.625" v="299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EEE3720-F8E3-8805-B62F-D93834D131F9}" dt="2026-02-23T07:54:16.780" v="273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EEE3720-F8E3-8805-B62F-D93834D131F9}" dt="2026-02-23T07:54:33.625" v="29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clId="Web-{4EEE3720-F8E3-8805-B62F-D93834D131F9}"/>
    <pc:docChg chg="modSld">
      <pc:chgData name="" userId="" providerId="" clId="Web-{4EEE3720-F8E3-8805-B62F-D93834D131F9}" dt="2026-02-23T06:52:16.816" v="0" actId="20577"/>
      <pc:docMkLst>
        <pc:docMk/>
      </pc:docMkLst>
      <pc:sldChg chg="modSp">
        <pc:chgData name="" userId="" providerId="" clId="Web-{4EEE3720-F8E3-8805-B62F-D93834D131F9}" dt="2026-02-23T06:52:16.816" v="0" actId="20577"/>
        <pc:sldMkLst>
          <pc:docMk/>
          <pc:sldMk cId="2745669654" sldId="256"/>
        </pc:sldMkLst>
        <pc:spChg chg="mod">
          <ac:chgData name="" userId="" providerId="" clId="Web-{4EEE3720-F8E3-8805-B62F-D93834D131F9}" dt="2026-02-23T06:52:16.816" v="0" actId="20577"/>
          <ac:spMkLst>
            <pc:docMk/>
            <pc:sldMk cId="2745669654" sldId="256"/>
            <ac:spMk id="3" creationId="{BF956AC3-37DC-D6C1-1254-14B0A60E3007}"/>
          </ac:spMkLst>
        </pc:spChg>
      </pc:sldChg>
    </pc:docChg>
  </pc:docChgLst>
  <pc:docChgLst>
    <pc:chgData name="Lavender B. Wilson" userId="S::wil81891@pennwest.edu::983a4de1-fa1a-4b3b-a3ea-0407ab083b1d" providerId="AD" clId="Web-{59F161EA-70C2-F6F4-A38E-79D6B2B0801D}"/>
    <pc:docChg chg="addSld modSld">
      <pc:chgData name="Lavender B. Wilson" userId="S::wil81891@pennwest.edu::983a4de1-fa1a-4b3b-a3ea-0407ab083b1d" providerId="AD" clId="Web-{59F161EA-70C2-F6F4-A38E-79D6B2B0801D}" dt="2026-03-02T07:54:45.199" v="14" actId="14100"/>
      <pc:docMkLst>
        <pc:docMk/>
      </pc:docMkLst>
      <pc:sldChg chg="addSp delSp modSp add replId addAnim delAnim">
        <pc:chgData name="Lavender B. Wilson" userId="S::wil81891@pennwest.edu::983a4de1-fa1a-4b3b-a3ea-0407ab083b1d" providerId="AD" clId="Web-{59F161EA-70C2-F6F4-A38E-79D6B2B0801D}" dt="2026-03-02T07:54:45.199" v="14" actId="14100"/>
        <pc:sldMkLst>
          <pc:docMk/>
          <pc:sldMk cId="1039930182" sldId="267"/>
        </pc:sldMkLst>
        <pc:spChg chg="mod">
          <ac:chgData name="Lavender B. Wilson" userId="S::wil81891@pennwest.edu::983a4de1-fa1a-4b3b-a3ea-0407ab083b1d" providerId="AD" clId="Web-{59F161EA-70C2-F6F4-A38E-79D6B2B0801D}" dt="2026-03-02T07:54:13.339" v="10" actId="20577"/>
          <ac:spMkLst>
            <pc:docMk/>
            <pc:sldMk cId="1039930182" sldId="267"/>
            <ac:spMk id="2" creationId="{2770F368-AD45-DB59-9199-1861A01C923C}"/>
          </ac:spMkLst>
        </pc:spChg>
      </pc:sldChg>
    </pc:docChg>
  </pc:docChgLst>
  <pc:docChgLst>
    <pc:chgData clId="Web-{C605ECFF-1763-72DD-7C74-0BC3E1D6455A}"/>
    <pc:docChg chg="modSld">
      <pc:chgData name="" userId="" providerId="" clId="Web-{C605ECFF-1763-72DD-7C74-0BC3E1D6455A}" dt="2026-03-02T03:37:42.004" v="6" actId="20577"/>
      <pc:docMkLst>
        <pc:docMk/>
      </pc:docMkLst>
      <pc:sldChg chg="modSp">
        <pc:chgData name="" userId="" providerId="" clId="Web-{C605ECFF-1763-72DD-7C74-0BC3E1D6455A}" dt="2026-03-02T03:37:34.083" v="0" actId="20577"/>
        <pc:sldMkLst>
          <pc:docMk/>
          <pc:sldMk cId="2745669654" sldId="256"/>
        </pc:sldMkLst>
        <pc:spChg chg="mod">
          <ac:chgData name="" userId="" providerId="" clId="Web-{C605ECFF-1763-72DD-7C74-0BC3E1D6455A}" dt="2026-03-02T03:37:34.083" v="0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" userId="" providerId="" clId="Web-{C605ECFF-1763-72DD-7C74-0BC3E1D6455A}" dt="2026-03-02T03:37:42.004" v="6" actId="20577"/>
        <pc:sldMkLst>
          <pc:docMk/>
          <pc:sldMk cId="235494819" sldId="259"/>
        </pc:sldMkLst>
        <pc:spChg chg="mod">
          <ac:chgData name="" userId="" providerId="" clId="Web-{C605ECFF-1763-72DD-7C74-0BC3E1D6455A}" dt="2026-03-02T03:37:42.004" v="6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Week 9 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dirty="0"/>
              <a:t>Built </a:t>
            </a:r>
            <a:r>
              <a:rPr lang="en-US" sz="2000" dirty="0" err="1"/>
              <a:t>apk</a:t>
            </a:r>
            <a:r>
              <a:rPr lang="en-US" sz="2000" dirty="0"/>
              <a:t> files that are fully 16KB memory page compatible</a:t>
            </a:r>
          </a:p>
          <a:p>
            <a:pPr algn="ctr"/>
            <a:r>
              <a:rPr lang="en-US" sz="2000" dirty="0"/>
              <a:t>Debugging </a:t>
            </a:r>
            <a:r>
              <a:rPr lang="en-US" sz="2000" dirty="0" err="1"/>
              <a:t>apk</a:t>
            </a:r>
            <a:r>
              <a:rPr lang="en-US" sz="2000" dirty="0"/>
              <a:t>, got successful build</a:t>
            </a:r>
          </a:p>
          <a:p>
            <a:pPr algn="ctr"/>
            <a:r>
              <a:rPr lang="en-US" sz="2000"/>
              <a:t>UI is merged into main now</a:t>
            </a:r>
            <a:endParaRPr lang="en-US" sz="1800"/>
          </a:p>
          <a:p>
            <a:pPr algn="ctr"/>
            <a:r>
              <a:rPr lang="en-US" sz="1800" dirty="0"/>
              <a:t>Modify event function finished, Schedule debugged and merged</a:t>
            </a: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555958" cy="3854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Challenges:</a:t>
            </a:r>
          </a:p>
          <a:p>
            <a:pPr marL="342900" indent="-342900">
              <a:buAutoNum type="arabicPeriod"/>
            </a:pPr>
            <a:r>
              <a:rPr lang="en-US" sz="1800" dirty="0"/>
              <a:t>Building an </a:t>
            </a:r>
            <a:r>
              <a:rPr lang="en-US" sz="1800" dirty="0" err="1"/>
              <a:t>apk</a:t>
            </a:r>
            <a:r>
              <a:rPr lang="en-US" sz="1800" dirty="0"/>
              <a:t> with all 16 KB compatible libraries</a:t>
            </a:r>
          </a:p>
          <a:p>
            <a:pPr>
              <a:buAutoNum type="arabicPeriod"/>
            </a:pPr>
            <a:r>
              <a:rPr lang="en-US" sz="1800" dirty="0"/>
              <a:t> </a:t>
            </a:r>
            <a:r>
              <a:rPr lang="en-US" sz="1800" dirty="0" err="1"/>
              <a:t>buildozer</a:t>
            </a:r>
            <a:r>
              <a:rPr lang="en-US" sz="1800" dirty="0"/>
              <a:t> unable to find .</a:t>
            </a:r>
            <a:r>
              <a:rPr lang="en-US" sz="1800" dirty="0" err="1"/>
              <a:t>kv</a:t>
            </a:r>
            <a:r>
              <a:rPr lang="en-US" sz="1800" dirty="0"/>
              <a:t> file.</a:t>
            </a:r>
          </a:p>
          <a:p>
            <a:pPr>
              <a:buAutoNum type="arabicPeriod"/>
            </a:pPr>
            <a:r>
              <a:rPr lang="en-US" sz="1800" dirty="0"/>
              <a:t> </a:t>
            </a:r>
            <a:r>
              <a:rPr lang="en-US" sz="1800" dirty="0" err="1"/>
              <a:t>audioop-lts</a:t>
            </a:r>
            <a:r>
              <a:rPr lang="en-US" sz="1800" dirty="0"/>
              <a:t> library not pure python(used in </a:t>
            </a:r>
            <a:r>
              <a:rPr lang="en-US" sz="1800" dirty="0" err="1"/>
              <a:t>SpeechRecognition</a:t>
            </a:r>
            <a:r>
              <a:rPr lang="en-US" sz="1800" dirty="0"/>
              <a:t>)</a:t>
            </a:r>
          </a:p>
          <a:p>
            <a:pPr>
              <a:buAutoNum type="arabicPeriod"/>
            </a:pPr>
            <a:r>
              <a:rPr lang="en-US" sz="1800"/>
              <a:t>Some minor bug fixes on the UI while waiting to plug it in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96000" y="2274737"/>
            <a:ext cx="5422232" cy="3360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Solutions: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/>
              <a:t>Trial and error changing dependencies in the spec file</a:t>
            </a:r>
          </a:p>
          <a:p>
            <a:pPr marL="285750" indent="-285750">
              <a:lnSpc>
                <a:spcPct val="120000"/>
              </a:lnSpc>
              <a:buAutoNum type="arabicPeriod"/>
            </a:pPr>
            <a:r>
              <a:rPr lang="en-US" dirty="0"/>
              <a:t>Put .</a:t>
            </a:r>
            <a:r>
              <a:rPr lang="en-US" dirty="0" err="1"/>
              <a:t>kv</a:t>
            </a:r>
            <a:r>
              <a:rPr lang="en-US" dirty="0"/>
              <a:t> file in the same directory as source files and adjust main to accept it.</a:t>
            </a:r>
          </a:p>
          <a:p>
            <a:pPr marL="285750" indent="-285750">
              <a:lnSpc>
                <a:spcPct val="120000"/>
              </a:lnSpc>
              <a:buAutoNum type="arabicPeriod"/>
            </a:pPr>
            <a:r>
              <a:rPr lang="en-US" dirty="0"/>
              <a:t> Use  Plyer to access Android's speech to text API (</a:t>
            </a:r>
            <a:r>
              <a:rPr lang="en-US" dirty="0" err="1"/>
              <a:t>Plyer.stt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285750" indent="-2857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341D-08C9-A3CF-5D81-42FEB748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installed on android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2A9EC-569B-AD8C-7FE1-708E1ED5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WIP app icon.</a:t>
            </a:r>
          </a:p>
        </p:txBody>
      </p:sp>
      <p:pic>
        <p:nvPicPr>
          <p:cNvPr id="3" name="Picture 2" descr="A white line on a brown background&#10;&#10;AI-generated content may be incorrect.">
            <a:extLst>
              <a:ext uri="{FF2B5EF4-FFF2-40B4-BE49-F238E27FC236}">
                <a16:creationId xmlns:a16="http://schemas.microsoft.com/office/drawing/2014/main" id="{AC964ACD-D3C8-6566-8CF4-66D93BC1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59" y="2817341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BABA-FD06-2C1F-CDB6-B92F26AB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F368-AD45-DB59-9199-1861A01C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implementation</a:t>
            </a:r>
          </a:p>
        </p:txBody>
      </p:sp>
      <p:pic>
        <p:nvPicPr>
          <p:cNvPr id="4" name="Content Placeholder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AADAFD59-231C-12C2-2594-D941A8C2A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685" y="1947329"/>
            <a:ext cx="2480280" cy="439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3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DE0D429-FA12-88BD-C182-56C812C2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>
            <a:normAutofit/>
          </a:bodyPr>
          <a:lstStyle/>
          <a:p>
            <a:r>
              <a:rPr lang="en-US" sz="2000" dirty="0"/>
              <a:t>We are behind our Gantt chart projections with the android build.</a:t>
            </a:r>
          </a:p>
          <a:p>
            <a:r>
              <a:rPr lang="en-US" sz="2000" dirty="0"/>
              <a:t>We are still on pace to finish this project in time</a:t>
            </a:r>
          </a:p>
          <a:p>
            <a:r>
              <a:rPr lang="en-US" sz="2000" dirty="0"/>
              <a:t>The margin for error is decreasing, but it still exists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Hourglass 60% with solid fill">
            <a:extLst>
              <a:ext uri="{FF2B5EF4-FFF2-40B4-BE49-F238E27FC236}">
                <a16:creationId xmlns:a16="http://schemas.microsoft.com/office/drawing/2014/main" id="{B8EE0BA4-B38E-40B3-12AE-097A0C422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F693-20C8-F1E9-6973-7DB0F898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9" name="Content Placeholder 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F6140BD7-B0CE-B9C2-8397-0ECB0D827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2255" y="140889"/>
            <a:ext cx="7435854" cy="3592543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35EAAFF4-B5BD-4F2A-3A6D-984C9B75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01" y="3448731"/>
            <a:ext cx="7428140" cy="327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Continue debugging the android build</a:t>
            </a:r>
          </a:p>
          <a:p>
            <a:r>
              <a:rPr lang="en-US" sz="2000"/>
              <a:t>Hook up all pieces we have built seperately together.</a:t>
            </a:r>
            <a:endParaRPr lang="en-US" sz="2000" dirty="0"/>
          </a:p>
          <a:p>
            <a:endParaRPr lang="en-US" dirty="0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253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StreetscapeVTI</vt:lpstr>
      <vt:lpstr>What Now?</vt:lpstr>
      <vt:lpstr>This Week:</vt:lpstr>
      <vt:lpstr>Challenges and solutions</vt:lpstr>
      <vt:lpstr>App installed on android</vt:lpstr>
      <vt:lpstr>UI implementation</vt:lpstr>
      <vt:lpstr>Gantt Chart</vt:lpstr>
      <vt:lpstr>Gantt Chart</vt:lpstr>
      <vt:lpstr>Next Steps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P. Janovich</dc:creator>
  <cp:lastModifiedBy>Ethan P. Janovich</cp:lastModifiedBy>
  <cp:revision>57</cp:revision>
  <dcterms:created xsi:type="dcterms:W3CDTF">2026-01-24T15:50:45Z</dcterms:created>
  <dcterms:modified xsi:type="dcterms:W3CDTF">2026-03-23T07:12:38Z</dcterms:modified>
</cp:coreProperties>
</file>