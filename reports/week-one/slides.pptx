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8" r:id="rId3"/>
    <p:sldId id="259" r:id="rId4"/>
    <p:sldId id="262" r:id="rId5"/>
    <p:sldId id="260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9D3A0-D879-3E2B-E4C0-FBBA96D447D9}" v="311" dt="2026-02-01T19:47:35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9C19D3A0-D879-3E2B-E4C0-FBBA96D447D9}"/>
    <pc:docChg chg="delSld modSld">
      <pc:chgData name="Lavender B. Wilson" userId="S::wil81891@pennwest.edu::983a4de1-fa1a-4b3b-a3ea-0407ab083b1d" providerId="AD" clId="Web-{9C19D3A0-D879-3E2B-E4C0-FBBA96D447D9}" dt="2026-02-01T19:47:35.736" v="391" actId="20577"/>
      <pc:docMkLst>
        <pc:docMk/>
      </pc:docMkLst>
      <pc:sldChg chg="modSp">
        <pc:chgData name="Lavender B. Wilson" userId="S::wil81891@pennwest.edu::983a4de1-fa1a-4b3b-a3ea-0407ab083b1d" providerId="AD" clId="Web-{9C19D3A0-D879-3E2B-E4C0-FBBA96D447D9}" dt="2026-02-01T19:34:41.277" v="1" actId="20577"/>
        <pc:sldMkLst>
          <pc:docMk/>
          <pc:sldMk cId="2745669654" sldId="256"/>
        </pc:sldMkLst>
        <pc:spChg chg="mod">
          <ac:chgData name="Lavender B. Wilson" userId="S::wil81891@pennwest.edu::983a4de1-fa1a-4b3b-a3ea-0407ab083b1d" providerId="AD" clId="Web-{9C19D3A0-D879-3E2B-E4C0-FBBA96D447D9}" dt="2026-02-01T19:34:41.277" v="1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del">
        <pc:chgData name="Lavender B. Wilson" userId="S::wil81891@pennwest.edu::983a4de1-fa1a-4b3b-a3ea-0407ab083b1d" providerId="AD" clId="Web-{9C19D3A0-D879-3E2B-E4C0-FBBA96D447D9}" dt="2026-02-01T19:34:48.121" v="2"/>
        <pc:sldMkLst>
          <pc:docMk/>
          <pc:sldMk cId="987872734" sldId="257"/>
        </pc:sldMkLst>
      </pc:sldChg>
      <pc:sldChg chg="modSp">
        <pc:chgData name="Lavender B. Wilson" userId="S::wil81891@pennwest.edu::983a4de1-fa1a-4b3b-a3ea-0407ab083b1d" providerId="AD" clId="Web-{9C19D3A0-D879-3E2B-E4C0-FBBA96D447D9}" dt="2026-02-01T19:34:52.278" v="3" actId="20577"/>
        <pc:sldMkLst>
          <pc:docMk/>
          <pc:sldMk cId="4006630716" sldId="258"/>
        </pc:sldMkLst>
        <pc:spChg chg="mod">
          <ac:chgData name="Lavender B. Wilson" userId="S::wil81891@pennwest.edu::983a4de1-fa1a-4b3b-a3ea-0407ab083b1d" providerId="AD" clId="Web-{9C19D3A0-D879-3E2B-E4C0-FBBA96D447D9}" dt="2026-02-01T19:34:52.278" v="3" actId="20577"/>
          <ac:spMkLst>
            <pc:docMk/>
            <pc:sldMk cId="4006630716" sldId="258"/>
            <ac:spMk id="2" creationId="{0A05D9F1-7D23-1006-5B2A-7CD72FE878DE}"/>
          </ac:spMkLst>
        </pc:spChg>
      </pc:sldChg>
      <pc:sldChg chg="modSp">
        <pc:chgData name="Lavender B. Wilson" userId="S::wil81891@pennwest.edu::983a4de1-fa1a-4b3b-a3ea-0407ab083b1d" providerId="AD" clId="Web-{9C19D3A0-D879-3E2B-E4C0-FBBA96D447D9}" dt="2026-02-01T19:47:35.736" v="391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9C19D3A0-D879-3E2B-E4C0-FBBA96D447D9}" dt="2026-02-01T19:47:35.736" v="391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9C19D3A0-D879-3E2B-E4C0-FBBA96D447D9}" dt="2026-02-01T19:47:26.533" v="388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9C19D3A0-D879-3E2B-E4C0-FBBA96D447D9}" dt="2026-02-01T19:47:26.533" v="388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9C19D3A0-D879-3E2B-E4C0-FBBA96D447D9}" dt="2026-02-01T19:44:37.234" v="373" actId="20577"/>
        <pc:sldMkLst>
          <pc:docMk/>
          <pc:sldMk cId="2440117310" sldId="262"/>
        </pc:sldMkLst>
        <pc:graphicFrameChg chg="modGraphic">
          <ac:chgData name="Lavender B. Wilson" userId="S::wil81891@pennwest.edu::983a4de1-fa1a-4b3b-a3ea-0407ab083b1d" providerId="AD" clId="Web-{9C19D3A0-D879-3E2B-E4C0-FBBA96D447D9}" dt="2026-02-01T19:44:37.234" v="373" actId="20577"/>
          <ac:graphicFrameMkLst>
            <pc:docMk/>
            <pc:sldMk cId="2440117310" sldId="262"/>
            <ac:graphicFrameMk id="5" creationId="{1587AA35-26CC-D75B-ADAA-F3B3F08394A8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C81A1-9A67-4471-BE38-5470792CCA4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4EBD4E-9FC3-4F35-BA34-9A292B866EF0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900" dirty="0">
              <a:latin typeface="Consolas"/>
              <a:ea typeface="+mn-ea"/>
              <a:cs typeface="+mn-cs"/>
            </a:rPr>
            <a:t>Debugging the setup script (kept failing due to </a:t>
          </a:r>
          <a:r>
            <a:rPr lang="en-US" sz="1900" dirty="0" err="1">
              <a:latin typeface="Consolas"/>
              <a:ea typeface="+mn-ea"/>
              <a:cs typeface="+mn-cs"/>
            </a:rPr>
            <a:t>PyAudio</a:t>
          </a:r>
          <a:r>
            <a:rPr lang="en-US" sz="1900" dirty="0">
              <a:latin typeface="Consolas"/>
              <a:ea typeface="+mn-ea"/>
              <a:cs typeface="+mn-cs"/>
            </a:rPr>
            <a:t> wheel failing to compile)</a:t>
          </a:r>
        </a:p>
      </dgm:t>
    </dgm:pt>
    <dgm:pt modelId="{42579DC3-FE91-40E0-A1E0-07A2C3977698}" type="parTrans" cxnId="{206AAD1B-9AA1-431E-AD78-84D1B9D5A25C}">
      <dgm:prSet/>
      <dgm:spPr/>
      <dgm:t>
        <a:bodyPr/>
        <a:lstStyle/>
        <a:p>
          <a:endParaRPr lang="en-US"/>
        </a:p>
      </dgm:t>
    </dgm:pt>
    <dgm:pt modelId="{D05EAD2B-7280-4143-8757-3FE0627A97E8}" type="sibTrans" cxnId="{206AAD1B-9AA1-431E-AD78-84D1B9D5A25C}">
      <dgm:prSet/>
      <dgm:spPr/>
      <dgm:t>
        <a:bodyPr/>
        <a:lstStyle/>
        <a:p>
          <a:endParaRPr lang="en-US"/>
        </a:p>
      </dgm:t>
    </dgm:pt>
    <dgm:pt modelId="{F4DA8C04-DBD9-4AF5-998C-BA9DDBE7342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900" dirty="0">
              <a:latin typeface="Consolas"/>
              <a:ea typeface="+mn-ea"/>
              <a:cs typeface="+mn-cs"/>
            </a:rPr>
            <a:t>Cross-platform development challenges: mix of Linux and Windows</a:t>
          </a:r>
        </a:p>
      </dgm:t>
    </dgm:pt>
    <dgm:pt modelId="{E69C7FE7-1A7A-4B11-9855-54B692CE0334}" type="parTrans" cxnId="{616153EA-8F55-4747-97A6-5F6134CD3CE2}">
      <dgm:prSet/>
      <dgm:spPr/>
      <dgm:t>
        <a:bodyPr/>
        <a:lstStyle/>
        <a:p>
          <a:endParaRPr lang="en-US"/>
        </a:p>
      </dgm:t>
    </dgm:pt>
    <dgm:pt modelId="{03905941-D1E2-4D28-8296-69791F911043}" type="sibTrans" cxnId="{616153EA-8F55-4747-97A6-5F6134CD3CE2}">
      <dgm:prSet/>
      <dgm:spPr/>
      <dgm:t>
        <a:bodyPr/>
        <a:lstStyle/>
        <a:p>
          <a:endParaRPr lang="en-US"/>
        </a:p>
      </dgm:t>
    </dgm:pt>
    <dgm:pt modelId="{A87685E4-1E38-40BB-87AC-6AF857A56A7F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900" dirty="0">
              <a:latin typeface="Consolas"/>
              <a:ea typeface="+mn-ea"/>
              <a:cs typeface="+mn-cs"/>
            </a:rPr>
            <a:t>Collaboration: miscommunications and proper use of git</a:t>
          </a:r>
        </a:p>
      </dgm:t>
    </dgm:pt>
    <dgm:pt modelId="{E81AFC38-6F77-44FA-9F86-C43F91B6435F}" type="parTrans" cxnId="{55521EBF-75D9-4A1C-ADE2-5D2369A0AE24}">
      <dgm:prSet/>
      <dgm:spPr/>
      <dgm:t>
        <a:bodyPr/>
        <a:lstStyle/>
        <a:p>
          <a:endParaRPr lang="en-US"/>
        </a:p>
      </dgm:t>
    </dgm:pt>
    <dgm:pt modelId="{3FC5E598-30B8-46DB-BC15-357E244A858C}" type="sibTrans" cxnId="{55521EBF-75D9-4A1C-ADE2-5D2369A0AE24}">
      <dgm:prSet/>
      <dgm:spPr/>
      <dgm:t>
        <a:bodyPr/>
        <a:lstStyle/>
        <a:p>
          <a:endParaRPr lang="en-US"/>
        </a:p>
      </dgm:t>
    </dgm:pt>
    <dgm:pt modelId="{0553D502-FC4D-422C-90A4-C1265D3CD081}" type="pres">
      <dgm:prSet presAssocID="{0D7C81A1-9A67-4471-BE38-5470792CCA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D5ED02-287C-428C-8381-D79BAE2AD0F8}" type="pres">
      <dgm:prSet presAssocID="{B64EBD4E-9FC3-4F35-BA34-9A292B866EF0}" presName="hierRoot1" presStyleCnt="0"/>
      <dgm:spPr/>
    </dgm:pt>
    <dgm:pt modelId="{03A2B0B0-0B82-4A69-ADAD-4179A67934A9}" type="pres">
      <dgm:prSet presAssocID="{B64EBD4E-9FC3-4F35-BA34-9A292B866EF0}" presName="composite" presStyleCnt="0"/>
      <dgm:spPr/>
    </dgm:pt>
    <dgm:pt modelId="{5473925F-21EB-440A-A0A6-F900CB9E1E47}" type="pres">
      <dgm:prSet presAssocID="{B64EBD4E-9FC3-4F35-BA34-9A292B866EF0}" presName="background" presStyleLbl="node0" presStyleIdx="0" presStyleCnt="3"/>
      <dgm:spPr/>
    </dgm:pt>
    <dgm:pt modelId="{ED00DA13-6EF0-4C66-9DFD-098E08B86446}" type="pres">
      <dgm:prSet presAssocID="{B64EBD4E-9FC3-4F35-BA34-9A292B866EF0}" presName="text" presStyleLbl="fgAcc0" presStyleIdx="0" presStyleCnt="3">
        <dgm:presLayoutVars>
          <dgm:chPref val="3"/>
        </dgm:presLayoutVars>
      </dgm:prSet>
      <dgm:spPr/>
    </dgm:pt>
    <dgm:pt modelId="{0D0799DF-2926-4374-AF9C-1797A579E30D}" type="pres">
      <dgm:prSet presAssocID="{B64EBD4E-9FC3-4F35-BA34-9A292B866EF0}" presName="hierChild2" presStyleCnt="0"/>
      <dgm:spPr/>
    </dgm:pt>
    <dgm:pt modelId="{B8C5CEB7-FD96-4769-9515-FD2E4A41F194}" type="pres">
      <dgm:prSet presAssocID="{F4DA8C04-DBD9-4AF5-998C-BA9DDBE73423}" presName="hierRoot1" presStyleCnt="0"/>
      <dgm:spPr/>
    </dgm:pt>
    <dgm:pt modelId="{C0D0A87A-602C-47F4-9AAD-4BEBC1A7B60C}" type="pres">
      <dgm:prSet presAssocID="{F4DA8C04-DBD9-4AF5-998C-BA9DDBE73423}" presName="composite" presStyleCnt="0"/>
      <dgm:spPr/>
    </dgm:pt>
    <dgm:pt modelId="{199C42BF-E67D-447C-8BFA-95058D66E687}" type="pres">
      <dgm:prSet presAssocID="{F4DA8C04-DBD9-4AF5-998C-BA9DDBE73423}" presName="background" presStyleLbl="node0" presStyleIdx="1" presStyleCnt="3"/>
      <dgm:spPr/>
    </dgm:pt>
    <dgm:pt modelId="{63330C5D-E7B1-41FA-B0F6-ACD50814DD0E}" type="pres">
      <dgm:prSet presAssocID="{F4DA8C04-DBD9-4AF5-998C-BA9DDBE73423}" presName="text" presStyleLbl="fgAcc0" presStyleIdx="1" presStyleCnt="3">
        <dgm:presLayoutVars>
          <dgm:chPref val="3"/>
        </dgm:presLayoutVars>
      </dgm:prSet>
      <dgm:spPr/>
    </dgm:pt>
    <dgm:pt modelId="{67E5C6DF-4A00-43CB-A536-38FE1FBDCD43}" type="pres">
      <dgm:prSet presAssocID="{F4DA8C04-DBD9-4AF5-998C-BA9DDBE73423}" presName="hierChild2" presStyleCnt="0"/>
      <dgm:spPr/>
    </dgm:pt>
    <dgm:pt modelId="{EF49905B-5016-48C1-B342-F09E91AFEABE}" type="pres">
      <dgm:prSet presAssocID="{A87685E4-1E38-40BB-87AC-6AF857A56A7F}" presName="hierRoot1" presStyleCnt="0"/>
      <dgm:spPr/>
    </dgm:pt>
    <dgm:pt modelId="{8D66D913-E642-4788-A322-AE96BBB76F4E}" type="pres">
      <dgm:prSet presAssocID="{A87685E4-1E38-40BB-87AC-6AF857A56A7F}" presName="composite" presStyleCnt="0"/>
      <dgm:spPr/>
    </dgm:pt>
    <dgm:pt modelId="{1CD1E317-26D2-47C4-B813-47CD4CDDF367}" type="pres">
      <dgm:prSet presAssocID="{A87685E4-1E38-40BB-87AC-6AF857A56A7F}" presName="background" presStyleLbl="node0" presStyleIdx="2" presStyleCnt="3"/>
      <dgm:spPr/>
    </dgm:pt>
    <dgm:pt modelId="{C40540AD-0245-410D-8449-44D45FA01BF4}" type="pres">
      <dgm:prSet presAssocID="{A87685E4-1E38-40BB-87AC-6AF857A56A7F}" presName="text" presStyleLbl="fgAcc0" presStyleIdx="2" presStyleCnt="3">
        <dgm:presLayoutVars>
          <dgm:chPref val="3"/>
        </dgm:presLayoutVars>
      </dgm:prSet>
      <dgm:spPr/>
    </dgm:pt>
    <dgm:pt modelId="{830A3832-E487-4329-AD5D-634A9539EDD0}" type="pres">
      <dgm:prSet presAssocID="{A87685E4-1E38-40BB-87AC-6AF857A56A7F}" presName="hierChild2" presStyleCnt="0"/>
      <dgm:spPr/>
    </dgm:pt>
  </dgm:ptLst>
  <dgm:cxnLst>
    <dgm:cxn modelId="{206AAD1B-9AA1-431E-AD78-84D1B9D5A25C}" srcId="{0D7C81A1-9A67-4471-BE38-5470792CCA46}" destId="{B64EBD4E-9FC3-4F35-BA34-9A292B866EF0}" srcOrd="0" destOrd="0" parTransId="{42579DC3-FE91-40E0-A1E0-07A2C3977698}" sibTransId="{D05EAD2B-7280-4143-8757-3FE0627A97E8}"/>
    <dgm:cxn modelId="{90469B30-B6AC-4D41-967D-055EC99F0CD9}" type="presOf" srcId="{A87685E4-1E38-40BB-87AC-6AF857A56A7F}" destId="{C40540AD-0245-410D-8449-44D45FA01BF4}" srcOrd="0" destOrd="0" presId="urn:microsoft.com/office/officeart/2005/8/layout/hierarchy1"/>
    <dgm:cxn modelId="{0A10B74D-3C7E-4E56-B9A6-9417831407A4}" type="presOf" srcId="{0D7C81A1-9A67-4471-BE38-5470792CCA46}" destId="{0553D502-FC4D-422C-90A4-C1265D3CD081}" srcOrd="0" destOrd="0" presId="urn:microsoft.com/office/officeart/2005/8/layout/hierarchy1"/>
    <dgm:cxn modelId="{9AA1E78D-B965-47EA-BAFA-6974354E8883}" type="presOf" srcId="{B64EBD4E-9FC3-4F35-BA34-9A292B866EF0}" destId="{ED00DA13-6EF0-4C66-9DFD-098E08B86446}" srcOrd="0" destOrd="0" presId="urn:microsoft.com/office/officeart/2005/8/layout/hierarchy1"/>
    <dgm:cxn modelId="{55521EBF-75D9-4A1C-ADE2-5D2369A0AE24}" srcId="{0D7C81A1-9A67-4471-BE38-5470792CCA46}" destId="{A87685E4-1E38-40BB-87AC-6AF857A56A7F}" srcOrd="2" destOrd="0" parTransId="{E81AFC38-6F77-44FA-9F86-C43F91B6435F}" sibTransId="{3FC5E598-30B8-46DB-BC15-357E244A858C}"/>
    <dgm:cxn modelId="{3ED901E8-A6B8-4523-A27B-B6684F806F86}" type="presOf" srcId="{F4DA8C04-DBD9-4AF5-998C-BA9DDBE73423}" destId="{63330C5D-E7B1-41FA-B0F6-ACD50814DD0E}" srcOrd="0" destOrd="0" presId="urn:microsoft.com/office/officeart/2005/8/layout/hierarchy1"/>
    <dgm:cxn modelId="{616153EA-8F55-4747-97A6-5F6134CD3CE2}" srcId="{0D7C81A1-9A67-4471-BE38-5470792CCA46}" destId="{F4DA8C04-DBD9-4AF5-998C-BA9DDBE73423}" srcOrd="1" destOrd="0" parTransId="{E69C7FE7-1A7A-4B11-9855-54B692CE0334}" sibTransId="{03905941-D1E2-4D28-8296-69791F911043}"/>
    <dgm:cxn modelId="{C9129001-E410-4E28-BAD2-86C106E95CF8}" type="presParOf" srcId="{0553D502-FC4D-422C-90A4-C1265D3CD081}" destId="{DDD5ED02-287C-428C-8381-D79BAE2AD0F8}" srcOrd="0" destOrd="0" presId="urn:microsoft.com/office/officeart/2005/8/layout/hierarchy1"/>
    <dgm:cxn modelId="{6F9B7983-4866-4FB5-8DFF-F920CDEF64BE}" type="presParOf" srcId="{DDD5ED02-287C-428C-8381-D79BAE2AD0F8}" destId="{03A2B0B0-0B82-4A69-ADAD-4179A67934A9}" srcOrd="0" destOrd="0" presId="urn:microsoft.com/office/officeart/2005/8/layout/hierarchy1"/>
    <dgm:cxn modelId="{B3E2D714-394C-461E-8B49-C7E2D6CA10DB}" type="presParOf" srcId="{03A2B0B0-0B82-4A69-ADAD-4179A67934A9}" destId="{5473925F-21EB-440A-A0A6-F900CB9E1E47}" srcOrd="0" destOrd="0" presId="urn:microsoft.com/office/officeart/2005/8/layout/hierarchy1"/>
    <dgm:cxn modelId="{399047DD-2E0B-466A-B386-3D7CD2E1D0F4}" type="presParOf" srcId="{03A2B0B0-0B82-4A69-ADAD-4179A67934A9}" destId="{ED00DA13-6EF0-4C66-9DFD-098E08B86446}" srcOrd="1" destOrd="0" presId="urn:microsoft.com/office/officeart/2005/8/layout/hierarchy1"/>
    <dgm:cxn modelId="{C65D46C9-A740-491A-9D1F-AFA36A3AF3BF}" type="presParOf" srcId="{DDD5ED02-287C-428C-8381-D79BAE2AD0F8}" destId="{0D0799DF-2926-4374-AF9C-1797A579E30D}" srcOrd="1" destOrd="0" presId="urn:microsoft.com/office/officeart/2005/8/layout/hierarchy1"/>
    <dgm:cxn modelId="{B962BA1E-01CF-45A5-B57D-3A91F9BE29C0}" type="presParOf" srcId="{0553D502-FC4D-422C-90A4-C1265D3CD081}" destId="{B8C5CEB7-FD96-4769-9515-FD2E4A41F194}" srcOrd="1" destOrd="0" presId="urn:microsoft.com/office/officeart/2005/8/layout/hierarchy1"/>
    <dgm:cxn modelId="{91C47D19-B98C-4D1C-AC9C-75FF5E228565}" type="presParOf" srcId="{B8C5CEB7-FD96-4769-9515-FD2E4A41F194}" destId="{C0D0A87A-602C-47F4-9AAD-4BEBC1A7B60C}" srcOrd="0" destOrd="0" presId="urn:microsoft.com/office/officeart/2005/8/layout/hierarchy1"/>
    <dgm:cxn modelId="{C63E8EA2-5BA2-4925-B8DA-608FEB5CCA63}" type="presParOf" srcId="{C0D0A87A-602C-47F4-9AAD-4BEBC1A7B60C}" destId="{199C42BF-E67D-447C-8BFA-95058D66E687}" srcOrd="0" destOrd="0" presId="urn:microsoft.com/office/officeart/2005/8/layout/hierarchy1"/>
    <dgm:cxn modelId="{7BA166BA-EF61-4D54-90BF-FE442776C8F6}" type="presParOf" srcId="{C0D0A87A-602C-47F4-9AAD-4BEBC1A7B60C}" destId="{63330C5D-E7B1-41FA-B0F6-ACD50814DD0E}" srcOrd="1" destOrd="0" presId="urn:microsoft.com/office/officeart/2005/8/layout/hierarchy1"/>
    <dgm:cxn modelId="{AB280D5A-4625-462F-B21C-50D9DF8214E9}" type="presParOf" srcId="{B8C5CEB7-FD96-4769-9515-FD2E4A41F194}" destId="{67E5C6DF-4A00-43CB-A536-38FE1FBDCD43}" srcOrd="1" destOrd="0" presId="urn:microsoft.com/office/officeart/2005/8/layout/hierarchy1"/>
    <dgm:cxn modelId="{75677275-16EB-41F4-B15B-84B27BCB5B59}" type="presParOf" srcId="{0553D502-FC4D-422C-90A4-C1265D3CD081}" destId="{EF49905B-5016-48C1-B342-F09E91AFEABE}" srcOrd="2" destOrd="0" presId="urn:microsoft.com/office/officeart/2005/8/layout/hierarchy1"/>
    <dgm:cxn modelId="{6CEA4136-BEAD-4213-9B5A-372AE167C214}" type="presParOf" srcId="{EF49905B-5016-48C1-B342-F09E91AFEABE}" destId="{8D66D913-E642-4788-A322-AE96BBB76F4E}" srcOrd="0" destOrd="0" presId="urn:microsoft.com/office/officeart/2005/8/layout/hierarchy1"/>
    <dgm:cxn modelId="{28723A67-9602-4B36-AD6F-7974A950461C}" type="presParOf" srcId="{8D66D913-E642-4788-A322-AE96BBB76F4E}" destId="{1CD1E317-26D2-47C4-B813-47CD4CDDF367}" srcOrd="0" destOrd="0" presId="urn:microsoft.com/office/officeart/2005/8/layout/hierarchy1"/>
    <dgm:cxn modelId="{BC3AC611-A45C-4760-9B0B-F6C308249322}" type="presParOf" srcId="{8D66D913-E642-4788-A322-AE96BBB76F4E}" destId="{C40540AD-0245-410D-8449-44D45FA01BF4}" srcOrd="1" destOrd="0" presId="urn:microsoft.com/office/officeart/2005/8/layout/hierarchy1"/>
    <dgm:cxn modelId="{090E9D3A-5642-436E-8871-53884D9A8AE8}" type="presParOf" srcId="{EF49905B-5016-48C1-B342-F09E91AFEABE}" destId="{830A3832-E487-4329-AD5D-634A9539EDD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F3C5D3-2E72-4741-A01C-3E507B47A9F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F1A7C6-3DCA-44AD-9A3A-DF9E06F03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are currently on pace with our Gantt chart.</a:t>
          </a:r>
        </a:p>
      </dgm:t>
    </dgm:pt>
    <dgm:pt modelId="{342662EA-0C84-483A-89D0-E3D35D1E2963}" type="parTrans" cxnId="{053AAF56-AA2C-42BF-89F1-837B2A12F6C8}">
      <dgm:prSet/>
      <dgm:spPr/>
      <dgm:t>
        <a:bodyPr/>
        <a:lstStyle/>
        <a:p>
          <a:endParaRPr lang="en-US"/>
        </a:p>
      </dgm:t>
    </dgm:pt>
    <dgm:pt modelId="{8748F42F-3BB5-4020-99A0-8041DD0E12C9}" type="sibTrans" cxnId="{053AAF56-AA2C-42BF-89F1-837B2A12F6C8}">
      <dgm:prSet/>
      <dgm:spPr/>
      <dgm:t>
        <a:bodyPr/>
        <a:lstStyle/>
        <a:p>
          <a:endParaRPr lang="en-US"/>
        </a:p>
      </dgm:t>
    </dgm:pt>
    <dgm:pt modelId="{22290E01-3957-4D60-B6A2-8E3EAD24FF3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>
              <a:latin typeface="Calibri"/>
              <a:ea typeface="Calibri"/>
              <a:cs typeface="Calibri"/>
            </a:rPr>
            <a:t>Our current estimates give us about 2 weeks of wiggle room for unexpected problems to push us into.</a:t>
          </a:r>
          <a:endParaRPr lang="en-US">
            <a:latin typeface="Franklin Gothic Heavy"/>
          </a:endParaRPr>
        </a:p>
      </dgm:t>
    </dgm:pt>
    <dgm:pt modelId="{705C20D4-FBB5-4226-BF20-FFB274E82E50}" type="parTrans" cxnId="{0E9C78EB-AF1D-4272-B660-F59A9AD33099}">
      <dgm:prSet/>
      <dgm:spPr/>
      <dgm:t>
        <a:bodyPr/>
        <a:lstStyle/>
        <a:p>
          <a:endParaRPr lang="en-US"/>
        </a:p>
      </dgm:t>
    </dgm:pt>
    <dgm:pt modelId="{A780984D-3921-4AD6-A82A-901AA22A28A2}" type="sibTrans" cxnId="{0E9C78EB-AF1D-4272-B660-F59A9AD33099}">
      <dgm:prSet/>
      <dgm:spPr/>
      <dgm:t>
        <a:bodyPr/>
        <a:lstStyle/>
        <a:p>
          <a:endParaRPr lang="en-US"/>
        </a:p>
      </dgm:t>
    </dgm:pt>
    <dgm:pt modelId="{55E6EC96-79E6-4563-A279-D0D0F5F961A9}" type="pres">
      <dgm:prSet presAssocID="{50F3C5D3-2E72-4741-A01C-3E507B47A9F8}" presName="root" presStyleCnt="0">
        <dgm:presLayoutVars>
          <dgm:dir/>
          <dgm:resizeHandles val="exact"/>
        </dgm:presLayoutVars>
      </dgm:prSet>
      <dgm:spPr/>
    </dgm:pt>
    <dgm:pt modelId="{DC15BDCA-6D55-4AB2-9B24-E40122DF9600}" type="pres">
      <dgm:prSet presAssocID="{11F1A7C6-3DCA-44AD-9A3A-DF9E06F039A4}" presName="compNode" presStyleCnt="0"/>
      <dgm:spPr/>
    </dgm:pt>
    <dgm:pt modelId="{325CE953-BDFF-4901-A7D1-0658395F7256}" type="pres">
      <dgm:prSet presAssocID="{11F1A7C6-3DCA-44AD-9A3A-DF9E06F039A4}" presName="bgRect" presStyleLbl="bgShp" presStyleIdx="0" presStyleCnt="2"/>
      <dgm:spPr/>
    </dgm:pt>
    <dgm:pt modelId="{4A347DA9-9331-4792-B2EB-6B5B3EAF6053}" type="pres">
      <dgm:prSet presAssocID="{11F1A7C6-3DCA-44AD-9A3A-DF9E06F039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9BCC587-27F0-45E7-AA14-C6A8BF30F15A}" type="pres">
      <dgm:prSet presAssocID="{11F1A7C6-3DCA-44AD-9A3A-DF9E06F039A4}" presName="spaceRect" presStyleCnt="0"/>
      <dgm:spPr/>
    </dgm:pt>
    <dgm:pt modelId="{0D879F97-8C90-437A-ACF8-6BC7A3642A83}" type="pres">
      <dgm:prSet presAssocID="{11F1A7C6-3DCA-44AD-9A3A-DF9E06F039A4}" presName="parTx" presStyleLbl="revTx" presStyleIdx="0" presStyleCnt="2">
        <dgm:presLayoutVars>
          <dgm:chMax val="0"/>
          <dgm:chPref val="0"/>
        </dgm:presLayoutVars>
      </dgm:prSet>
      <dgm:spPr/>
    </dgm:pt>
    <dgm:pt modelId="{14F4C9EA-9155-4568-8873-26AF6630CF43}" type="pres">
      <dgm:prSet presAssocID="{8748F42F-3BB5-4020-99A0-8041DD0E12C9}" presName="sibTrans" presStyleCnt="0"/>
      <dgm:spPr/>
    </dgm:pt>
    <dgm:pt modelId="{0D35E739-F1C3-4011-9236-DE2E85856B9F}" type="pres">
      <dgm:prSet presAssocID="{22290E01-3957-4D60-B6A2-8E3EAD24FF36}" presName="compNode" presStyleCnt="0"/>
      <dgm:spPr/>
    </dgm:pt>
    <dgm:pt modelId="{CED0F9D8-8C45-4FF3-B3D0-BF807B6FB341}" type="pres">
      <dgm:prSet presAssocID="{22290E01-3957-4D60-B6A2-8E3EAD24FF36}" presName="bgRect" presStyleLbl="bgShp" presStyleIdx="1" presStyleCnt="2"/>
      <dgm:spPr/>
    </dgm:pt>
    <dgm:pt modelId="{EAE46BBD-1219-4D7D-8882-DDD875910AA9}" type="pres">
      <dgm:prSet presAssocID="{22290E01-3957-4D60-B6A2-8E3EAD24FF3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 with solid fill"/>
        </a:ext>
      </dgm:extLst>
    </dgm:pt>
    <dgm:pt modelId="{0DF137D8-48A9-46E5-B748-F87B6EA56D3F}" type="pres">
      <dgm:prSet presAssocID="{22290E01-3957-4D60-B6A2-8E3EAD24FF36}" presName="spaceRect" presStyleCnt="0"/>
      <dgm:spPr/>
    </dgm:pt>
    <dgm:pt modelId="{0AF366C9-8FA0-41C4-B85A-A5EACB5031DD}" type="pres">
      <dgm:prSet presAssocID="{22290E01-3957-4D60-B6A2-8E3EAD24FF3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9C2CF1A-5E61-466D-B292-ED5615438F6E}" type="presOf" srcId="{22290E01-3957-4D60-B6A2-8E3EAD24FF36}" destId="{0AF366C9-8FA0-41C4-B85A-A5EACB5031DD}" srcOrd="0" destOrd="0" presId="urn:microsoft.com/office/officeart/2018/2/layout/IconVerticalSolidList"/>
    <dgm:cxn modelId="{053AAF56-AA2C-42BF-89F1-837B2A12F6C8}" srcId="{50F3C5D3-2E72-4741-A01C-3E507B47A9F8}" destId="{11F1A7C6-3DCA-44AD-9A3A-DF9E06F039A4}" srcOrd="0" destOrd="0" parTransId="{342662EA-0C84-483A-89D0-E3D35D1E2963}" sibTransId="{8748F42F-3BB5-4020-99A0-8041DD0E12C9}"/>
    <dgm:cxn modelId="{5AFBACC0-90E8-4BFF-A4B5-78E73169DDC9}" type="presOf" srcId="{50F3C5D3-2E72-4741-A01C-3E507B47A9F8}" destId="{55E6EC96-79E6-4563-A279-D0D0F5F961A9}" srcOrd="0" destOrd="0" presId="urn:microsoft.com/office/officeart/2018/2/layout/IconVerticalSolidList"/>
    <dgm:cxn modelId="{4C09EAC3-C846-49E1-B3D7-E6A358F0F045}" type="presOf" srcId="{11F1A7C6-3DCA-44AD-9A3A-DF9E06F039A4}" destId="{0D879F97-8C90-437A-ACF8-6BC7A3642A83}" srcOrd="0" destOrd="0" presId="urn:microsoft.com/office/officeart/2018/2/layout/IconVerticalSolidList"/>
    <dgm:cxn modelId="{0E9C78EB-AF1D-4272-B660-F59A9AD33099}" srcId="{50F3C5D3-2E72-4741-A01C-3E507B47A9F8}" destId="{22290E01-3957-4D60-B6A2-8E3EAD24FF36}" srcOrd="1" destOrd="0" parTransId="{705C20D4-FBB5-4226-BF20-FFB274E82E50}" sibTransId="{A780984D-3921-4AD6-A82A-901AA22A28A2}"/>
    <dgm:cxn modelId="{B6D3A422-3D52-4E8E-9C59-A96C222BA09C}" type="presParOf" srcId="{55E6EC96-79E6-4563-A279-D0D0F5F961A9}" destId="{DC15BDCA-6D55-4AB2-9B24-E40122DF9600}" srcOrd="0" destOrd="0" presId="urn:microsoft.com/office/officeart/2018/2/layout/IconVerticalSolidList"/>
    <dgm:cxn modelId="{2AC4FA5E-76DE-410B-A0F4-8497BEFBB275}" type="presParOf" srcId="{DC15BDCA-6D55-4AB2-9B24-E40122DF9600}" destId="{325CE953-BDFF-4901-A7D1-0658395F7256}" srcOrd="0" destOrd="0" presId="urn:microsoft.com/office/officeart/2018/2/layout/IconVerticalSolidList"/>
    <dgm:cxn modelId="{9592EA70-E49A-4767-BEA6-81DA7FD6F070}" type="presParOf" srcId="{DC15BDCA-6D55-4AB2-9B24-E40122DF9600}" destId="{4A347DA9-9331-4792-B2EB-6B5B3EAF6053}" srcOrd="1" destOrd="0" presId="urn:microsoft.com/office/officeart/2018/2/layout/IconVerticalSolidList"/>
    <dgm:cxn modelId="{F3F3783E-035E-4775-A309-954C90D77A2C}" type="presParOf" srcId="{DC15BDCA-6D55-4AB2-9B24-E40122DF9600}" destId="{59BCC587-27F0-45E7-AA14-C6A8BF30F15A}" srcOrd="2" destOrd="0" presId="urn:microsoft.com/office/officeart/2018/2/layout/IconVerticalSolidList"/>
    <dgm:cxn modelId="{F20917F0-9521-45BE-AA49-7AC2972B42FA}" type="presParOf" srcId="{DC15BDCA-6D55-4AB2-9B24-E40122DF9600}" destId="{0D879F97-8C90-437A-ACF8-6BC7A3642A83}" srcOrd="3" destOrd="0" presId="urn:microsoft.com/office/officeart/2018/2/layout/IconVerticalSolidList"/>
    <dgm:cxn modelId="{6637C71E-DEEB-4109-9BEB-CF6B711DAF95}" type="presParOf" srcId="{55E6EC96-79E6-4563-A279-D0D0F5F961A9}" destId="{14F4C9EA-9155-4568-8873-26AF6630CF43}" srcOrd="1" destOrd="0" presId="urn:microsoft.com/office/officeart/2018/2/layout/IconVerticalSolidList"/>
    <dgm:cxn modelId="{D1B91BC8-93A1-4168-90F8-8CA72CCCAA00}" type="presParOf" srcId="{55E6EC96-79E6-4563-A279-D0D0F5F961A9}" destId="{0D35E739-F1C3-4011-9236-DE2E85856B9F}" srcOrd="2" destOrd="0" presId="urn:microsoft.com/office/officeart/2018/2/layout/IconVerticalSolidList"/>
    <dgm:cxn modelId="{FBE53957-13DC-47F1-9C8D-94B7E274B762}" type="presParOf" srcId="{0D35E739-F1C3-4011-9236-DE2E85856B9F}" destId="{CED0F9D8-8C45-4FF3-B3D0-BF807B6FB341}" srcOrd="0" destOrd="0" presId="urn:microsoft.com/office/officeart/2018/2/layout/IconVerticalSolidList"/>
    <dgm:cxn modelId="{4719040F-7D5D-4359-B54E-85F76EB03C76}" type="presParOf" srcId="{0D35E739-F1C3-4011-9236-DE2E85856B9F}" destId="{EAE46BBD-1219-4D7D-8882-DDD875910AA9}" srcOrd="1" destOrd="0" presId="urn:microsoft.com/office/officeart/2018/2/layout/IconVerticalSolidList"/>
    <dgm:cxn modelId="{F7C5FA7B-15F6-42B4-9A99-15DB6966CC9C}" type="presParOf" srcId="{0D35E739-F1C3-4011-9236-DE2E85856B9F}" destId="{0DF137D8-48A9-46E5-B748-F87B6EA56D3F}" srcOrd="2" destOrd="0" presId="urn:microsoft.com/office/officeart/2018/2/layout/IconVerticalSolidList"/>
    <dgm:cxn modelId="{77C12EB1-F964-4758-ABF5-0C5EB2157FB3}" type="presParOf" srcId="{0D35E739-F1C3-4011-9236-DE2E85856B9F}" destId="{0AF366C9-8FA0-41C4-B85A-A5EACB5031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3925F-21EB-440A-A0A6-F900CB9E1E47}">
      <dsp:nvSpPr>
        <dsp:cNvPr id="0" name=""/>
        <dsp:cNvSpPr/>
      </dsp:nvSpPr>
      <dsp:spPr>
        <a:xfrm>
          <a:off x="0" y="877940"/>
          <a:ext cx="2833776" cy="1799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0DA13-6EF0-4C66-9DFD-098E08B86446}">
      <dsp:nvSpPr>
        <dsp:cNvPr id="0" name=""/>
        <dsp:cNvSpPr/>
      </dsp:nvSpPr>
      <dsp:spPr>
        <a:xfrm>
          <a:off x="314864" y="1177061"/>
          <a:ext cx="2833776" cy="1799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olas"/>
              <a:ea typeface="+mn-ea"/>
              <a:cs typeface="+mn-cs"/>
            </a:rPr>
            <a:t>Debugging the setup script (kept failing due to </a:t>
          </a:r>
          <a:r>
            <a:rPr lang="en-US" sz="1900" kern="1200" dirty="0" err="1">
              <a:latin typeface="Consolas"/>
              <a:ea typeface="+mn-ea"/>
              <a:cs typeface="+mn-cs"/>
            </a:rPr>
            <a:t>PyAudio</a:t>
          </a:r>
          <a:r>
            <a:rPr lang="en-US" sz="1900" kern="1200" dirty="0">
              <a:latin typeface="Consolas"/>
              <a:ea typeface="+mn-ea"/>
              <a:cs typeface="+mn-cs"/>
            </a:rPr>
            <a:t> wheel failing to compile)</a:t>
          </a:r>
        </a:p>
      </dsp:txBody>
      <dsp:txXfrm>
        <a:off x="367568" y="1229765"/>
        <a:ext cx="2728368" cy="1694040"/>
      </dsp:txXfrm>
    </dsp:sp>
    <dsp:sp modelId="{199C42BF-E67D-447C-8BFA-95058D66E687}">
      <dsp:nvSpPr>
        <dsp:cNvPr id="0" name=""/>
        <dsp:cNvSpPr/>
      </dsp:nvSpPr>
      <dsp:spPr>
        <a:xfrm>
          <a:off x="3463505" y="877940"/>
          <a:ext cx="2833776" cy="1799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30C5D-E7B1-41FA-B0F6-ACD50814DD0E}">
      <dsp:nvSpPr>
        <dsp:cNvPr id="0" name=""/>
        <dsp:cNvSpPr/>
      </dsp:nvSpPr>
      <dsp:spPr>
        <a:xfrm>
          <a:off x="3778369" y="1177061"/>
          <a:ext cx="2833776" cy="1799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olas"/>
              <a:ea typeface="+mn-ea"/>
              <a:cs typeface="+mn-cs"/>
            </a:rPr>
            <a:t>Cross-platform development challenges: mix of Linux and Windows</a:t>
          </a:r>
        </a:p>
      </dsp:txBody>
      <dsp:txXfrm>
        <a:off x="3831073" y="1229765"/>
        <a:ext cx="2728368" cy="1694040"/>
      </dsp:txXfrm>
    </dsp:sp>
    <dsp:sp modelId="{1CD1E317-26D2-47C4-B813-47CD4CDDF367}">
      <dsp:nvSpPr>
        <dsp:cNvPr id="0" name=""/>
        <dsp:cNvSpPr/>
      </dsp:nvSpPr>
      <dsp:spPr>
        <a:xfrm>
          <a:off x="6927010" y="877940"/>
          <a:ext cx="2833776" cy="1799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540AD-0245-410D-8449-44D45FA01BF4}">
      <dsp:nvSpPr>
        <dsp:cNvPr id="0" name=""/>
        <dsp:cNvSpPr/>
      </dsp:nvSpPr>
      <dsp:spPr>
        <a:xfrm>
          <a:off x="7241874" y="1177061"/>
          <a:ext cx="2833776" cy="1799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onsolas"/>
              <a:ea typeface="+mn-ea"/>
              <a:cs typeface="+mn-cs"/>
            </a:rPr>
            <a:t>Collaboration: miscommunications and proper use of git</a:t>
          </a:r>
        </a:p>
      </dsp:txBody>
      <dsp:txXfrm>
        <a:off x="7294578" y="1229765"/>
        <a:ext cx="2728368" cy="1694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CE953-BDFF-4901-A7D1-0658395F7256}">
      <dsp:nvSpPr>
        <dsp:cNvPr id="0" name=""/>
        <dsp:cNvSpPr/>
      </dsp:nvSpPr>
      <dsp:spPr>
        <a:xfrm>
          <a:off x="0" y="626302"/>
          <a:ext cx="9493250" cy="1156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47DA9-9331-4792-B2EB-6B5B3EAF6053}">
      <dsp:nvSpPr>
        <dsp:cNvPr id="0" name=""/>
        <dsp:cNvSpPr/>
      </dsp:nvSpPr>
      <dsp:spPr>
        <a:xfrm>
          <a:off x="349765" y="886458"/>
          <a:ext cx="635937" cy="63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79F97-8C90-437A-ACF8-6BC7A3642A83}">
      <dsp:nvSpPr>
        <dsp:cNvPr id="0" name=""/>
        <dsp:cNvSpPr/>
      </dsp:nvSpPr>
      <dsp:spPr>
        <a:xfrm>
          <a:off x="1335468" y="626302"/>
          <a:ext cx="8157781" cy="115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70" tIns="122370" rIns="122370" bIns="1223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are currently on pace with our Gantt chart.</a:t>
          </a:r>
        </a:p>
      </dsp:txBody>
      <dsp:txXfrm>
        <a:off x="1335468" y="626302"/>
        <a:ext cx="8157781" cy="1156250"/>
      </dsp:txXfrm>
    </dsp:sp>
    <dsp:sp modelId="{CED0F9D8-8C45-4FF3-B3D0-BF807B6FB341}">
      <dsp:nvSpPr>
        <dsp:cNvPr id="0" name=""/>
        <dsp:cNvSpPr/>
      </dsp:nvSpPr>
      <dsp:spPr>
        <a:xfrm>
          <a:off x="0" y="2071614"/>
          <a:ext cx="9493250" cy="1156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46BBD-1219-4D7D-8882-DDD875910AA9}">
      <dsp:nvSpPr>
        <dsp:cNvPr id="0" name=""/>
        <dsp:cNvSpPr/>
      </dsp:nvSpPr>
      <dsp:spPr>
        <a:xfrm>
          <a:off x="349765" y="2331771"/>
          <a:ext cx="635937" cy="63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366C9-8FA0-41C4-B85A-A5EACB5031DD}">
      <dsp:nvSpPr>
        <dsp:cNvPr id="0" name=""/>
        <dsp:cNvSpPr/>
      </dsp:nvSpPr>
      <dsp:spPr>
        <a:xfrm>
          <a:off x="1335468" y="2071614"/>
          <a:ext cx="8157781" cy="115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70" tIns="122370" rIns="122370" bIns="1223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"/>
              <a:ea typeface="Calibri"/>
              <a:cs typeface="Calibri"/>
            </a:rPr>
            <a:t>Our current estimates give us about 2 weeks of wiggle room for unexpected problems to push us into.</a:t>
          </a:r>
          <a:endParaRPr lang="en-US" sz="2500" kern="1200">
            <a:latin typeface="Franklin Gothic Heavy"/>
          </a:endParaRPr>
        </a:p>
      </dsp:txBody>
      <dsp:txXfrm>
        <a:off x="1335468" y="2071614"/>
        <a:ext cx="8157781" cy="1156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Week 2 Report</a:t>
            </a:r>
          </a:p>
          <a:p>
            <a:r>
              <a:rPr lang="en-US" sz="1500" dirty="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CB86E21-E2BD-408E-8E61-D30AB8715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5D9F1-7D23-1006-5B2A-7CD72FE8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730598"/>
            <a:ext cx="10286999" cy="11242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Week 2 Progress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7F9DA9-5521-4A58-9B23-C108A3A2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5922">
            <a:off x="6072978" y="1008483"/>
            <a:ext cx="5269757" cy="358517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F2B5AB8-A75C-49F7-8DF4-3342BF3C8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65922" flipV="1">
            <a:off x="7019473" y="280459"/>
            <a:ext cx="3380924" cy="5046285"/>
          </a:xfrm>
          <a:custGeom>
            <a:avLst/>
            <a:gdLst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1367050 w 5228120"/>
              <a:gd name="connsiteY32" fmla="*/ 4957256 h 4957903"/>
              <a:gd name="connsiteX33" fmla="*/ 44266 w 5228120"/>
              <a:gd name="connsiteY33" fmla="*/ 4957256 h 4957903"/>
              <a:gd name="connsiteX34" fmla="*/ 19873 w 5228120"/>
              <a:gd name="connsiteY34" fmla="*/ 4940773 h 4957903"/>
              <a:gd name="connsiteX35" fmla="*/ 19873 w 5228120"/>
              <a:gd name="connsiteY35" fmla="*/ 4191718 h 4957903"/>
              <a:gd name="connsiteX36" fmla="*/ 13009 w 5228120"/>
              <a:gd name="connsiteY36" fmla="*/ 4167267 h 4957903"/>
              <a:gd name="connsiteX37" fmla="*/ 19873 w 5228120"/>
              <a:gd name="connsiteY37" fmla="*/ 4142119 h 4957903"/>
              <a:gd name="connsiteX38" fmla="*/ 19873 w 5228120"/>
              <a:gd name="connsiteY38" fmla="*/ 3806985 h 4957903"/>
              <a:gd name="connsiteX39" fmla="*/ 19873 w 5228120"/>
              <a:gd name="connsiteY39" fmla="*/ 3762500 h 4957903"/>
              <a:gd name="connsiteX40" fmla="*/ 12558 w 5228120"/>
              <a:gd name="connsiteY40" fmla="*/ 3737654 h 4957903"/>
              <a:gd name="connsiteX41" fmla="*/ 4175 w 5228120"/>
              <a:gd name="connsiteY41" fmla="*/ 3712250 h 4957903"/>
              <a:gd name="connsiteX42" fmla="*/ 560 w 5228120"/>
              <a:gd name="connsiteY42" fmla="*/ 3687770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44266 w 5228120"/>
              <a:gd name="connsiteY32" fmla="*/ 4957256 h 4957903"/>
              <a:gd name="connsiteX33" fmla="*/ 19873 w 5228120"/>
              <a:gd name="connsiteY33" fmla="*/ 4940773 h 4957903"/>
              <a:gd name="connsiteX34" fmla="*/ 19873 w 5228120"/>
              <a:gd name="connsiteY34" fmla="*/ 4191718 h 4957903"/>
              <a:gd name="connsiteX35" fmla="*/ 13009 w 5228120"/>
              <a:gd name="connsiteY35" fmla="*/ 4167267 h 4957903"/>
              <a:gd name="connsiteX36" fmla="*/ 19873 w 5228120"/>
              <a:gd name="connsiteY36" fmla="*/ 4142119 h 4957903"/>
              <a:gd name="connsiteX37" fmla="*/ 19873 w 5228120"/>
              <a:gd name="connsiteY37" fmla="*/ 3806985 h 4957903"/>
              <a:gd name="connsiteX38" fmla="*/ 19873 w 5228120"/>
              <a:gd name="connsiteY38" fmla="*/ 3762500 h 4957903"/>
              <a:gd name="connsiteX39" fmla="*/ 12558 w 5228120"/>
              <a:gd name="connsiteY39" fmla="*/ 3737654 h 4957903"/>
              <a:gd name="connsiteX40" fmla="*/ 4175 w 5228120"/>
              <a:gd name="connsiteY40" fmla="*/ 3712250 h 4957903"/>
              <a:gd name="connsiteX41" fmla="*/ 560 w 5228120"/>
              <a:gd name="connsiteY41" fmla="*/ 3687770 h 4957903"/>
              <a:gd name="connsiteX42" fmla="*/ 0 w 5228120"/>
              <a:gd name="connsiteY42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3871237 w 5228120"/>
              <a:gd name="connsiteY22" fmla="*/ 0 h 4957903"/>
              <a:gd name="connsiteX23" fmla="*/ 3872793 w 5228120"/>
              <a:gd name="connsiteY23" fmla="*/ 647 h 4957903"/>
              <a:gd name="connsiteX24" fmla="*/ 5196316 w 5228120"/>
              <a:gd name="connsiteY24" fmla="*/ 647 h 4957903"/>
              <a:gd name="connsiteX25" fmla="*/ 5224586 w 5228120"/>
              <a:gd name="connsiteY25" fmla="*/ 28919 h 4957903"/>
              <a:gd name="connsiteX26" fmla="*/ 5224586 w 5228120"/>
              <a:gd name="connsiteY26" fmla="*/ 4929710 h 4957903"/>
              <a:gd name="connsiteX27" fmla="*/ 5196315 w 5228120"/>
              <a:gd name="connsiteY27" fmla="*/ 4957902 h 4957903"/>
              <a:gd name="connsiteX28" fmla="*/ 5157924 w 5228120"/>
              <a:gd name="connsiteY28" fmla="*/ 4957902 h 4957903"/>
              <a:gd name="connsiteX29" fmla="*/ 5157922 w 5228120"/>
              <a:gd name="connsiteY29" fmla="*/ 4957903 h 4957903"/>
              <a:gd name="connsiteX30" fmla="*/ 1369345 w 5228120"/>
              <a:gd name="connsiteY30" fmla="*/ 4957903 h 4957903"/>
              <a:gd name="connsiteX31" fmla="*/ 44266 w 5228120"/>
              <a:gd name="connsiteY31" fmla="*/ 4957256 h 4957903"/>
              <a:gd name="connsiteX32" fmla="*/ 19873 w 5228120"/>
              <a:gd name="connsiteY32" fmla="*/ 4940773 h 4957903"/>
              <a:gd name="connsiteX33" fmla="*/ 19873 w 5228120"/>
              <a:gd name="connsiteY33" fmla="*/ 4191718 h 4957903"/>
              <a:gd name="connsiteX34" fmla="*/ 13009 w 5228120"/>
              <a:gd name="connsiteY34" fmla="*/ 4167267 h 4957903"/>
              <a:gd name="connsiteX35" fmla="*/ 19873 w 5228120"/>
              <a:gd name="connsiteY35" fmla="*/ 4142119 h 4957903"/>
              <a:gd name="connsiteX36" fmla="*/ 19873 w 5228120"/>
              <a:gd name="connsiteY36" fmla="*/ 3806985 h 4957903"/>
              <a:gd name="connsiteX37" fmla="*/ 19873 w 5228120"/>
              <a:gd name="connsiteY37" fmla="*/ 3762500 h 4957903"/>
              <a:gd name="connsiteX38" fmla="*/ 12558 w 5228120"/>
              <a:gd name="connsiteY38" fmla="*/ 3737654 h 4957903"/>
              <a:gd name="connsiteX39" fmla="*/ 4175 w 5228120"/>
              <a:gd name="connsiteY39" fmla="*/ 3712250 h 4957903"/>
              <a:gd name="connsiteX40" fmla="*/ 560 w 5228120"/>
              <a:gd name="connsiteY40" fmla="*/ 3687770 h 4957903"/>
              <a:gd name="connsiteX41" fmla="*/ 0 w 5228120"/>
              <a:gd name="connsiteY41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3871237 w 5228120"/>
              <a:gd name="connsiteY21" fmla="*/ 0 h 4957903"/>
              <a:gd name="connsiteX22" fmla="*/ 3872793 w 5228120"/>
              <a:gd name="connsiteY22" fmla="*/ 647 h 4957903"/>
              <a:gd name="connsiteX23" fmla="*/ 5196316 w 5228120"/>
              <a:gd name="connsiteY23" fmla="*/ 647 h 4957903"/>
              <a:gd name="connsiteX24" fmla="*/ 5224586 w 5228120"/>
              <a:gd name="connsiteY24" fmla="*/ 28919 h 4957903"/>
              <a:gd name="connsiteX25" fmla="*/ 5224586 w 5228120"/>
              <a:gd name="connsiteY25" fmla="*/ 4929710 h 4957903"/>
              <a:gd name="connsiteX26" fmla="*/ 5196315 w 5228120"/>
              <a:gd name="connsiteY26" fmla="*/ 4957902 h 4957903"/>
              <a:gd name="connsiteX27" fmla="*/ 5157924 w 5228120"/>
              <a:gd name="connsiteY27" fmla="*/ 4957902 h 4957903"/>
              <a:gd name="connsiteX28" fmla="*/ 5157922 w 5228120"/>
              <a:gd name="connsiteY28" fmla="*/ 4957903 h 4957903"/>
              <a:gd name="connsiteX29" fmla="*/ 1369345 w 5228120"/>
              <a:gd name="connsiteY29" fmla="*/ 4957903 h 4957903"/>
              <a:gd name="connsiteX30" fmla="*/ 44266 w 5228120"/>
              <a:gd name="connsiteY30" fmla="*/ 4957256 h 4957903"/>
              <a:gd name="connsiteX31" fmla="*/ 19873 w 5228120"/>
              <a:gd name="connsiteY31" fmla="*/ 4940773 h 4957903"/>
              <a:gd name="connsiteX32" fmla="*/ 19873 w 5228120"/>
              <a:gd name="connsiteY32" fmla="*/ 4191718 h 4957903"/>
              <a:gd name="connsiteX33" fmla="*/ 13009 w 5228120"/>
              <a:gd name="connsiteY33" fmla="*/ 4167267 h 4957903"/>
              <a:gd name="connsiteX34" fmla="*/ 19873 w 5228120"/>
              <a:gd name="connsiteY34" fmla="*/ 4142119 h 4957903"/>
              <a:gd name="connsiteX35" fmla="*/ 19873 w 5228120"/>
              <a:gd name="connsiteY35" fmla="*/ 3806985 h 4957903"/>
              <a:gd name="connsiteX36" fmla="*/ 19873 w 5228120"/>
              <a:gd name="connsiteY36" fmla="*/ 3762500 h 4957903"/>
              <a:gd name="connsiteX37" fmla="*/ 12558 w 5228120"/>
              <a:gd name="connsiteY37" fmla="*/ 3737654 h 4957903"/>
              <a:gd name="connsiteX38" fmla="*/ 4175 w 5228120"/>
              <a:gd name="connsiteY38" fmla="*/ 3712250 h 4957903"/>
              <a:gd name="connsiteX39" fmla="*/ 560 w 5228120"/>
              <a:gd name="connsiteY39" fmla="*/ 3687770 h 4957903"/>
              <a:gd name="connsiteX40" fmla="*/ 0 w 5228120"/>
              <a:gd name="connsiteY40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3872793 w 5228120"/>
              <a:gd name="connsiteY21" fmla="*/ 647 h 4957903"/>
              <a:gd name="connsiteX22" fmla="*/ 5196316 w 5228120"/>
              <a:gd name="connsiteY22" fmla="*/ 647 h 4957903"/>
              <a:gd name="connsiteX23" fmla="*/ 5224586 w 5228120"/>
              <a:gd name="connsiteY23" fmla="*/ 28919 h 4957903"/>
              <a:gd name="connsiteX24" fmla="*/ 5224586 w 5228120"/>
              <a:gd name="connsiteY24" fmla="*/ 4929710 h 4957903"/>
              <a:gd name="connsiteX25" fmla="*/ 5196315 w 5228120"/>
              <a:gd name="connsiteY25" fmla="*/ 4957902 h 4957903"/>
              <a:gd name="connsiteX26" fmla="*/ 5157924 w 5228120"/>
              <a:gd name="connsiteY26" fmla="*/ 4957902 h 4957903"/>
              <a:gd name="connsiteX27" fmla="*/ 5157922 w 5228120"/>
              <a:gd name="connsiteY27" fmla="*/ 4957903 h 4957903"/>
              <a:gd name="connsiteX28" fmla="*/ 1369345 w 5228120"/>
              <a:gd name="connsiteY28" fmla="*/ 4957903 h 4957903"/>
              <a:gd name="connsiteX29" fmla="*/ 44266 w 5228120"/>
              <a:gd name="connsiteY29" fmla="*/ 4957256 h 4957903"/>
              <a:gd name="connsiteX30" fmla="*/ 19873 w 5228120"/>
              <a:gd name="connsiteY30" fmla="*/ 4940773 h 4957903"/>
              <a:gd name="connsiteX31" fmla="*/ 19873 w 5228120"/>
              <a:gd name="connsiteY31" fmla="*/ 4191718 h 4957903"/>
              <a:gd name="connsiteX32" fmla="*/ 13009 w 5228120"/>
              <a:gd name="connsiteY32" fmla="*/ 4167267 h 4957903"/>
              <a:gd name="connsiteX33" fmla="*/ 19873 w 5228120"/>
              <a:gd name="connsiteY33" fmla="*/ 4142119 h 4957903"/>
              <a:gd name="connsiteX34" fmla="*/ 19873 w 5228120"/>
              <a:gd name="connsiteY34" fmla="*/ 3806985 h 4957903"/>
              <a:gd name="connsiteX35" fmla="*/ 19873 w 5228120"/>
              <a:gd name="connsiteY35" fmla="*/ 3762500 h 4957903"/>
              <a:gd name="connsiteX36" fmla="*/ 12558 w 5228120"/>
              <a:gd name="connsiteY36" fmla="*/ 3737654 h 4957903"/>
              <a:gd name="connsiteX37" fmla="*/ 4175 w 5228120"/>
              <a:gd name="connsiteY37" fmla="*/ 3712250 h 4957903"/>
              <a:gd name="connsiteX38" fmla="*/ 560 w 5228120"/>
              <a:gd name="connsiteY38" fmla="*/ 3687770 h 4957903"/>
              <a:gd name="connsiteX39" fmla="*/ 0 w 5228120"/>
              <a:gd name="connsiteY39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5196316 w 5228120"/>
              <a:gd name="connsiteY21" fmla="*/ 647 h 4957903"/>
              <a:gd name="connsiteX22" fmla="*/ 5224586 w 5228120"/>
              <a:gd name="connsiteY22" fmla="*/ 28919 h 4957903"/>
              <a:gd name="connsiteX23" fmla="*/ 5224586 w 5228120"/>
              <a:gd name="connsiteY23" fmla="*/ 4929710 h 4957903"/>
              <a:gd name="connsiteX24" fmla="*/ 5196315 w 5228120"/>
              <a:gd name="connsiteY24" fmla="*/ 4957902 h 4957903"/>
              <a:gd name="connsiteX25" fmla="*/ 5157924 w 5228120"/>
              <a:gd name="connsiteY25" fmla="*/ 4957902 h 4957903"/>
              <a:gd name="connsiteX26" fmla="*/ 5157922 w 5228120"/>
              <a:gd name="connsiteY26" fmla="*/ 4957903 h 4957903"/>
              <a:gd name="connsiteX27" fmla="*/ 1369345 w 5228120"/>
              <a:gd name="connsiteY27" fmla="*/ 4957903 h 4957903"/>
              <a:gd name="connsiteX28" fmla="*/ 44266 w 5228120"/>
              <a:gd name="connsiteY28" fmla="*/ 4957256 h 4957903"/>
              <a:gd name="connsiteX29" fmla="*/ 19873 w 5228120"/>
              <a:gd name="connsiteY29" fmla="*/ 4940773 h 4957903"/>
              <a:gd name="connsiteX30" fmla="*/ 19873 w 5228120"/>
              <a:gd name="connsiteY30" fmla="*/ 4191718 h 4957903"/>
              <a:gd name="connsiteX31" fmla="*/ 13009 w 5228120"/>
              <a:gd name="connsiteY31" fmla="*/ 4167267 h 4957903"/>
              <a:gd name="connsiteX32" fmla="*/ 19873 w 5228120"/>
              <a:gd name="connsiteY32" fmla="*/ 4142119 h 4957903"/>
              <a:gd name="connsiteX33" fmla="*/ 19873 w 5228120"/>
              <a:gd name="connsiteY33" fmla="*/ 3806985 h 4957903"/>
              <a:gd name="connsiteX34" fmla="*/ 19873 w 5228120"/>
              <a:gd name="connsiteY34" fmla="*/ 3762500 h 4957903"/>
              <a:gd name="connsiteX35" fmla="*/ 12558 w 5228120"/>
              <a:gd name="connsiteY35" fmla="*/ 3737654 h 4957903"/>
              <a:gd name="connsiteX36" fmla="*/ 4175 w 5228120"/>
              <a:gd name="connsiteY36" fmla="*/ 3712250 h 4957903"/>
              <a:gd name="connsiteX37" fmla="*/ 560 w 5228120"/>
              <a:gd name="connsiteY37" fmla="*/ 3687770 h 4957903"/>
              <a:gd name="connsiteX38" fmla="*/ 0 w 5228120"/>
              <a:gd name="connsiteY38" fmla="*/ 3668924 h 4957903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1369345 w 5228120"/>
              <a:gd name="connsiteY26" fmla="*/ 4957739 h 4957739"/>
              <a:gd name="connsiteX27" fmla="*/ 44266 w 5228120"/>
              <a:gd name="connsiteY27" fmla="*/ 4957092 h 4957739"/>
              <a:gd name="connsiteX28" fmla="*/ 19873 w 5228120"/>
              <a:gd name="connsiteY28" fmla="*/ 4940609 h 4957739"/>
              <a:gd name="connsiteX29" fmla="*/ 19873 w 5228120"/>
              <a:gd name="connsiteY29" fmla="*/ 4191554 h 4957739"/>
              <a:gd name="connsiteX30" fmla="*/ 13009 w 5228120"/>
              <a:gd name="connsiteY30" fmla="*/ 4167103 h 4957739"/>
              <a:gd name="connsiteX31" fmla="*/ 19873 w 5228120"/>
              <a:gd name="connsiteY31" fmla="*/ 4141955 h 4957739"/>
              <a:gd name="connsiteX32" fmla="*/ 19873 w 5228120"/>
              <a:gd name="connsiteY32" fmla="*/ 3806821 h 4957739"/>
              <a:gd name="connsiteX33" fmla="*/ 19873 w 5228120"/>
              <a:gd name="connsiteY33" fmla="*/ 3762336 h 4957739"/>
              <a:gd name="connsiteX34" fmla="*/ 12558 w 5228120"/>
              <a:gd name="connsiteY34" fmla="*/ 3737490 h 4957739"/>
              <a:gd name="connsiteX35" fmla="*/ 4175 w 5228120"/>
              <a:gd name="connsiteY35" fmla="*/ 3712086 h 4957739"/>
              <a:gd name="connsiteX36" fmla="*/ 560 w 5228120"/>
              <a:gd name="connsiteY36" fmla="*/ 3687606 h 4957739"/>
              <a:gd name="connsiteX37" fmla="*/ 0 w 5228120"/>
              <a:gd name="connsiteY37" fmla="*/ 3668760 h 4957739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44266 w 5228120"/>
              <a:gd name="connsiteY26" fmla="*/ 4957092 h 4957739"/>
              <a:gd name="connsiteX27" fmla="*/ 19873 w 5228120"/>
              <a:gd name="connsiteY27" fmla="*/ 4940609 h 4957739"/>
              <a:gd name="connsiteX28" fmla="*/ 19873 w 5228120"/>
              <a:gd name="connsiteY28" fmla="*/ 4191554 h 4957739"/>
              <a:gd name="connsiteX29" fmla="*/ 13009 w 5228120"/>
              <a:gd name="connsiteY29" fmla="*/ 4167103 h 4957739"/>
              <a:gd name="connsiteX30" fmla="*/ 19873 w 5228120"/>
              <a:gd name="connsiteY30" fmla="*/ 4141955 h 4957739"/>
              <a:gd name="connsiteX31" fmla="*/ 19873 w 5228120"/>
              <a:gd name="connsiteY31" fmla="*/ 3806821 h 4957739"/>
              <a:gd name="connsiteX32" fmla="*/ 19873 w 5228120"/>
              <a:gd name="connsiteY32" fmla="*/ 3762336 h 4957739"/>
              <a:gd name="connsiteX33" fmla="*/ 12558 w 5228120"/>
              <a:gd name="connsiteY33" fmla="*/ 3737490 h 4957739"/>
              <a:gd name="connsiteX34" fmla="*/ 4175 w 5228120"/>
              <a:gd name="connsiteY34" fmla="*/ 3712086 h 4957739"/>
              <a:gd name="connsiteX35" fmla="*/ 560 w 5228120"/>
              <a:gd name="connsiteY35" fmla="*/ 3687606 h 4957739"/>
              <a:gd name="connsiteX36" fmla="*/ 0 w 5228120"/>
              <a:gd name="connsiteY36" fmla="*/ 3668760 h 49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28120" h="4957739">
                <a:moveTo>
                  <a:pt x="0" y="3668760"/>
                </a:moveTo>
                <a:lnTo>
                  <a:pt x="4948" y="3649017"/>
                </a:lnTo>
                <a:cubicBezTo>
                  <a:pt x="5428" y="3643504"/>
                  <a:pt x="2348" y="3642047"/>
                  <a:pt x="2889" y="3635689"/>
                </a:cubicBezTo>
                <a:lnTo>
                  <a:pt x="8191" y="3610867"/>
                </a:lnTo>
                <a:lnTo>
                  <a:pt x="13074" y="3574556"/>
                </a:lnTo>
                <a:lnTo>
                  <a:pt x="18280" y="3549561"/>
                </a:lnTo>
                <a:lnTo>
                  <a:pt x="19873" y="3544741"/>
                </a:lnTo>
                <a:lnTo>
                  <a:pt x="19873" y="3381182"/>
                </a:lnTo>
                <a:lnTo>
                  <a:pt x="18092" y="3369117"/>
                </a:lnTo>
                <a:cubicBezTo>
                  <a:pt x="18686" y="3355549"/>
                  <a:pt x="19279" y="3341980"/>
                  <a:pt x="19873" y="3328412"/>
                </a:cubicBezTo>
                <a:lnTo>
                  <a:pt x="17446" y="3322501"/>
                </a:lnTo>
                <a:lnTo>
                  <a:pt x="19873" y="3282705"/>
                </a:lnTo>
                <a:cubicBezTo>
                  <a:pt x="19530" y="3269526"/>
                  <a:pt x="20072" y="3246690"/>
                  <a:pt x="17812" y="3239103"/>
                </a:cubicBezTo>
                <a:lnTo>
                  <a:pt x="12273" y="3235847"/>
                </a:lnTo>
                <a:cubicBezTo>
                  <a:pt x="12111" y="3232660"/>
                  <a:pt x="11948" y="3229472"/>
                  <a:pt x="11786" y="3226285"/>
                </a:cubicBezTo>
                <a:cubicBezTo>
                  <a:pt x="12210" y="3225585"/>
                  <a:pt x="11857" y="3211799"/>
                  <a:pt x="11892" y="3211231"/>
                </a:cubicBezTo>
                <a:lnTo>
                  <a:pt x="17706" y="3177510"/>
                </a:lnTo>
                <a:lnTo>
                  <a:pt x="14268" y="18774"/>
                </a:lnTo>
                <a:cubicBezTo>
                  <a:pt x="19746" y="9227"/>
                  <a:pt x="21251" y="7690"/>
                  <a:pt x="30700" y="2147"/>
                </a:cubicBezTo>
                <a:lnTo>
                  <a:pt x="44276" y="0"/>
                </a:lnTo>
                <a:lnTo>
                  <a:pt x="5196316" y="483"/>
                </a:lnTo>
                <a:cubicBezTo>
                  <a:pt x="5211913" y="528"/>
                  <a:pt x="5224547" y="13159"/>
                  <a:pt x="5224586" y="28755"/>
                </a:cubicBezTo>
                <a:cubicBezTo>
                  <a:pt x="5229299" y="850266"/>
                  <a:pt x="5229298" y="4108050"/>
                  <a:pt x="5224586" y="4929546"/>
                </a:cubicBezTo>
                <a:cubicBezTo>
                  <a:pt x="5224498" y="4945112"/>
                  <a:pt x="5211880" y="4957697"/>
                  <a:pt x="5196315" y="4957738"/>
                </a:cubicBezTo>
                <a:lnTo>
                  <a:pt x="5157924" y="4957738"/>
                </a:lnTo>
                <a:cubicBezTo>
                  <a:pt x="5157923" y="4957738"/>
                  <a:pt x="5157923" y="4957739"/>
                  <a:pt x="5157922" y="4957739"/>
                </a:cubicBezTo>
                <a:lnTo>
                  <a:pt x="44266" y="4957092"/>
                </a:lnTo>
                <a:cubicBezTo>
                  <a:pt x="30798" y="4957039"/>
                  <a:pt x="19909" y="4949683"/>
                  <a:pt x="19873" y="4940609"/>
                </a:cubicBezTo>
                <a:lnTo>
                  <a:pt x="19873" y="4191554"/>
                </a:lnTo>
                <a:lnTo>
                  <a:pt x="13009" y="4167103"/>
                </a:lnTo>
                <a:cubicBezTo>
                  <a:pt x="13312" y="4153381"/>
                  <a:pt x="17586" y="4150338"/>
                  <a:pt x="19873" y="4141955"/>
                </a:cubicBezTo>
                <a:lnTo>
                  <a:pt x="19873" y="3806821"/>
                </a:lnTo>
                <a:lnTo>
                  <a:pt x="19873" y="3762336"/>
                </a:lnTo>
                <a:lnTo>
                  <a:pt x="12558" y="3737490"/>
                </a:lnTo>
                <a:cubicBezTo>
                  <a:pt x="18407" y="3727494"/>
                  <a:pt x="6970" y="3720184"/>
                  <a:pt x="4175" y="3712086"/>
                </a:cubicBezTo>
                <a:lnTo>
                  <a:pt x="560" y="3687606"/>
                </a:lnTo>
                <a:cubicBezTo>
                  <a:pt x="373" y="3681324"/>
                  <a:pt x="187" y="3675042"/>
                  <a:pt x="0" y="366876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9B38C0-3CC6-4B41-93F3-C479D22DD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45390">
            <a:off x="843810" y="615980"/>
            <a:ext cx="5269757" cy="35866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E0F80A2-6611-465C-80A5-6ADAE3F03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245390">
            <a:off x="1797496" y="-121443"/>
            <a:ext cx="3369162" cy="5062140"/>
          </a:xfrm>
          <a:custGeom>
            <a:avLst/>
            <a:gdLst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1367050 w 5228120"/>
              <a:gd name="connsiteY32" fmla="*/ 4957256 h 4957903"/>
              <a:gd name="connsiteX33" fmla="*/ 44266 w 5228120"/>
              <a:gd name="connsiteY33" fmla="*/ 4957256 h 4957903"/>
              <a:gd name="connsiteX34" fmla="*/ 19873 w 5228120"/>
              <a:gd name="connsiteY34" fmla="*/ 4940773 h 4957903"/>
              <a:gd name="connsiteX35" fmla="*/ 19873 w 5228120"/>
              <a:gd name="connsiteY35" fmla="*/ 4191718 h 4957903"/>
              <a:gd name="connsiteX36" fmla="*/ 13009 w 5228120"/>
              <a:gd name="connsiteY36" fmla="*/ 4167267 h 4957903"/>
              <a:gd name="connsiteX37" fmla="*/ 19873 w 5228120"/>
              <a:gd name="connsiteY37" fmla="*/ 4142119 h 4957903"/>
              <a:gd name="connsiteX38" fmla="*/ 19873 w 5228120"/>
              <a:gd name="connsiteY38" fmla="*/ 3806985 h 4957903"/>
              <a:gd name="connsiteX39" fmla="*/ 19873 w 5228120"/>
              <a:gd name="connsiteY39" fmla="*/ 3762500 h 4957903"/>
              <a:gd name="connsiteX40" fmla="*/ 12558 w 5228120"/>
              <a:gd name="connsiteY40" fmla="*/ 3737654 h 4957903"/>
              <a:gd name="connsiteX41" fmla="*/ 4175 w 5228120"/>
              <a:gd name="connsiteY41" fmla="*/ 3712250 h 4957903"/>
              <a:gd name="connsiteX42" fmla="*/ 560 w 5228120"/>
              <a:gd name="connsiteY42" fmla="*/ 3687770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44266 w 5228120"/>
              <a:gd name="connsiteY32" fmla="*/ 4957256 h 4957903"/>
              <a:gd name="connsiteX33" fmla="*/ 19873 w 5228120"/>
              <a:gd name="connsiteY33" fmla="*/ 4940773 h 4957903"/>
              <a:gd name="connsiteX34" fmla="*/ 19873 w 5228120"/>
              <a:gd name="connsiteY34" fmla="*/ 4191718 h 4957903"/>
              <a:gd name="connsiteX35" fmla="*/ 13009 w 5228120"/>
              <a:gd name="connsiteY35" fmla="*/ 4167267 h 4957903"/>
              <a:gd name="connsiteX36" fmla="*/ 19873 w 5228120"/>
              <a:gd name="connsiteY36" fmla="*/ 4142119 h 4957903"/>
              <a:gd name="connsiteX37" fmla="*/ 19873 w 5228120"/>
              <a:gd name="connsiteY37" fmla="*/ 3806985 h 4957903"/>
              <a:gd name="connsiteX38" fmla="*/ 19873 w 5228120"/>
              <a:gd name="connsiteY38" fmla="*/ 3762500 h 4957903"/>
              <a:gd name="connsiteX39" fmla="*/ 12558 w 5228120"/>
              <a:gd name="connsiteY39" fmla="*/ 3737654 h 4957903"/>
              <a:gd name="connsiteX40" fmla="*/ 4175 w 5228120"/>
              <a:gd name="connsiteY40" fmla="*/ 3712250 h 4957903"/>
              <a:gd name="connsiteX41" fmla="*/ 560 w 5228120"/>
              <a:gd name="connsiteY41" fmla="*/ 3687770 h 4957903"/>
              <a:gd name="connsiteX42" fmla="*/ 0 w 5228120"/>
              <a:gd name="connsiteY42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3871237 w 5228120"/>
              <a:gd name="connsiteY22" fmla="*/ 0 h 4957903"/>
              <a:gd name="connsiteX23" fmla="*/ 3872793 w 5228120"/>
              <a:gd name="connsiteY23" fmla="*/ 647 h 4957903"/>
              <a:gd name="connsiteX24" fmla="*/ 5196316 w 5228120"/>
              <a:gd name="connsiteY24" fmla="*/ 647 h 4957903"/>
              <a:gd name="connsiteX25" fmla="*/ 5224586 w 5228120"/>
              <a:gd name="connsiteY25" fmla="*/ 28919 h 4957903"/>
              <a:gd name="connsiteX26" fmla="*/ 5224586 w 5228120"/>
              <a:gd name="connsiteY26" fmla="*/ 4929710 h 4957903"/>
              <a:gd name="connsiteX27" fmla="*/ 5196315 w 5228120"/>
              <a:gd name="connsiteY27" fmla="*/ 4957902 h 4957903"/>
              <a:gd name="connsiteX28" fmla="*/ 5157924 w 5228120"/>
              <a:gd name="connsiteY28" fmla="*/ 4957902 h 4957903"/>
              <a:gd name="connsiteX29" fmla="*/ 5157922 w 5228120"/>
              <a:gd name="connsiteY29" fmla="*/ 4957903 h 4957903"/>
              <a:gd name="connsiteX30" fmla="*/ 1369345 w 5228120"/>
              <a:gd name="connsiteY30" fmla="*/ 4957903 h 4957903"/>
              <a:gd name="connsiteX31" fmla="*/ 44266 w 5228120"/>
              <a:gd name="connsiteY31" fmla="*/ 4957256 h 4957903"/>
              <a:gd name="connsiteX32" fmla="*/ 19873 w 5228120"/>
              <a:gd name="connsiteY32" fmla="*/ 4940773 h 4957903"/>
              <a:gd name="connsiteX33" fmla="*/ 19873 w 5228120"/>
              <a:gd name="connsiteY33" fmla="*/ 4191718 h 4957903"/>
              <a:gd name="connsiteX34" fmla="*/ 13009 w 5228120"/>
              <a:gd name="connsiteY34" fmla="*/ 4167267 h 4957903"/>
              <a:gd name="connsiteX35" fmla="*/ 19873 w 5228120"/>
              <a:gd name="connsiteY35" fmla="*/ 4142119 h 4957903"/>
              <a:gd name="connsiteX36" fmla="*/ 19873 w 5228120"/>
              <a:gd name="connsiteY36" fmla="*/ 3806985 h 4957903"/>
              <a:gd name="connsiteX37" fmla="*/ 19873 w 5228120"/>
              <a:gd name="connsiteY37" fmla="*/ 3762500 h 4957903"/>
              <a:gd name="connsiteX38" fmla="*/ 12558 w 5228120"/>
              <a:gd name="connsiteY38" fmla="*/ 3737654 h 4957903"/>
              <a:gd name="connsiteX39" fmla="*/ 4175 w 5228120"/>
              <a:gd name="connsiteY39" fmla="*/ 3712250 h 4957903"/>
              <a:gd name="connsiteX40" fmla="*/ 560 w 5228120"/>
              <a:gd name="connsiteY40" fmla="*/ 3687770 h 4957903"/>
              <a:gd name="connsiteX41" fmla="*/ 0 w 5228120"/>
              <a:gd name="connsiteY41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3871237 w 5228120"/>
              <a:gd name="connsiteY21" fmla="*/ 0 h 4957903"/>
              <a:gd name="connsiteX22" fmla="*/ 3872793 w 5228120"/>
              <a:gd name="connsiteY22" fmla="*/ 647 h 4957903"/>
              <a:gd name="connsiteX23" fmla="*/ 5196316 w 5228120"/>
              <a:gd name="connsiteY23" fmla="*/ 647 h 4957903"/>
              <a:gd name="connsiteX24" fmla="*/ 5224586 w 5228120"/>
              <a:gd name="connsiteY24" fmla="*/ 28919 h 4957903"/>
              <a:gd name="connsiteX25" fmla="*/ 5224586 w 5228120"/>
              <a:gd name="connsiteY25" fmla="*/ 4929710 h 4957903"/>
              <a:gd name="connsiteX26" fmla="*/ 5196315 w 5228120"/>
              <a:gd name="connsiteY26" fmla="*/ 4957902 h 4957903"/>
              <a:gd name="connsiteX27" fmla="*/ 5157924 w 5228120"/>
              <a:gd name="connsiteY27" fmla="*/ 4957902 h 4957903"/>
              <a:gd name="connsiteX28" fmla="*/ 5157922 w 5228120"/>
              <a:gd name="connsiteY28" fmla="*/ 4957903 h 4957903"/>
              <a:gd name="connsiteX29" fmla="*/ 1369345 w 5228120"/>
              <a:gd name="connsiteY29" fmla="*/ 4957903 h 4957903"/>
              <a:gd name="connsiteX30" fmla="*/ 44266 w 5228120"/>
              <a:gd name="connsiteY30" fmla="*/ 4957256 h 4957903"/>
              <a:gd name="connsiteX31" fmla="*/ 19873 w 5228120"/>
              <a:gd name="connsiteY31" fmla="*/ 4940773 h 4957903"/>
              <a:gd name="connsiteX32" fmla="*/ 19873 w 5228120"/>
              <a:gd name="connsiteY32" fmla="*/ 4191718 h 4957903"/>
              <a:gd name="connsiteX33" fmla="*/ 13009 w 5228120"/>
              <a:gd name="connsiteY33" fmla="*/ 4167267 h 4957903"/>
              <a:gd name="connsiteX34" fmla="*/ 19873 w 5228120"/>
              <a:gd name="connsiteY34" fmla="*/ 4142119 h 4957903"/>
              <a:gd name="connsiteX35" fmla="*/ 19873 w 5228120"/>
              <a:gd name="connsiteY35" fmla="*/ 3806985 h 4957903"/>
              <a:gd name="connsiteX36" fmla="*/ 19873 w 5228120"/>
              <a:gd name="connsiteY36" fmla="*/ 3762500 h 4957903"/>
              <a:gd name="connsiteX37" fmla="*/ 12558 w 5228120"/>
              <a:gd name="connsiteY37" fmla="*/ 3737654 h 4957903"/>
              <a:gd name="connsiteX38" fmla="*/ 4175 w 5228120"/>
              <a:gd name="connsiteY38" fmla="*/ 3712250 h 4957903"/>
              <a:gd name="connsiteX39" fmla="*/ 560 w 5228120"/>
              <a:gd name="connsiteY39" fmla="*/ 3687770 h 4957903"/>
              <a:gd name="connsiteX40" fmla="*/ 0 w 5228120"/>
              <a:gd name="connsiteY40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3872793 w 5228120"/>
              <a:gd name="connsiteY21" fmla="*/ 647 h 4957903"/>
              <a:gd name="connsiteX22" fmla="*/ 5196316 w 5228120"/>
              <a:gd name="connsiteY22" fmla="*/ 647 h 4957903"/>
              <a:gd name="connsiteX23" fmla="*/ 5224586 w 5228120"/>
              <a:gd name="connsiteY23" fmla="*/ 28919 h 4957903"/>
              <a:gd name="connsiteX24" fmla="*/ 5224586 w 5228120"/>
              <a:gd name="connsiteY24" fmla="*/ 4929710 h 4957903"/>
              <a:gd name="connsiteX25" fmla="*/ 5196315 w 5228120"/>
              <a:gd name="connsiteY25" fmla="*/ 4957902 h 4957903"/>
              <a:gd name="connsiteX26" fmla="*/ 5157924 w 5228120"/>
              <a:gd name="connsiteY26" fmla="*/ 4957902 h 4957903"/>
              <a:gd name="connsiteX27" fmla="*/ 5157922 w 5228120"/>
              <a:gd name="connsiteY27" fmla="*/ 4957903 h 4957903"/>
              <a:gd name="connsiteX28" fmla="*/ 1369345 w 5228120"/>
              <a:gd name="connsiteY28" fmla="*/ 4957903 h 4957903"/>
              <a:gd name="connsiteX29" fmla="*/ 44266 w 5228120"/>
              <a:gd name="connsiteY29" fmla="*/ 4957256 h 4957903"/>
              <a:gd name="connsiteX30" fmla="*/ 19873 w 5228120"/>
              <a:gd name="connsiteY30" fmla="*/ 4940773 h 4957903"/>
              <a:gd name="connsiteX31" fmla="*/ 19873 w 5228120"/>
              <a:gd name="connsiteY31" fmla="*/ 4191718 h 4957903"/>
              <a:gd name="connsiteX32" fmla="*/ 13009 w 5228120"/>
              <a:gd name="connsiteY32" fmla="*/ 4167267 h 4957903"/>
              <a:gd name="connsiteX33" fmla="*/ 19873 w 5228120"/>
              <a:gd name="connsiteY33" fmla="*/ 4142119 h 4957903"/>
              <a:gd name="connsiteX34" fmla="*/ 19873 w 5228120"/>
              <a:gd name="connsiteY34" fmla="*/ 3806985 h 4957903"/>
              <a:gd name="connsiteX35" fmla="*/ 19873 w 5228120"/>
              <a:gd name="connsiteY35" fmla="*/ 3762500 h 4957903"/>
              <a:gd name="connsiteX36" fmla="*/ 12558 w 5228120"/>
              <a:gd name="connsiteY36" fmla="*/ 3737654 h 4957903"/>
              <a:gd name="connsiteX37" fmla="*/ 4175 w 5228120"/>
              <a:gd name="connsiteY37" fmla="*/ 3712250 h 4957903"/>
              <a:gd name="connsiteX38" fmla="*/ 560 w 5228120"/>
              <a:gd name="connsiteY38" fmla="*/ 3687770 h 4957903"/>
              <a:gd name="connsiteX39" fmla="*/ 0 w 5228120"/>
              <a:gd name="connsiteY39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5196316 w 5228120"/>
              <a:gd name="connsiteY21" fmla="*/ 647 h 4957903"/>
              <a:gd name="connsiteX22" fmla="*/ 5224586 w 5228120"/>
              <a:gd name="connsiteY22" fmla="*/ 28919 h 4957903"/>
              <a:gd name="connsiteX23" fmla="*/ 5224586 w 5228120"/>
              <a:gd name="connsiteY23" fmla="*/ 4929710 h 4957903"/>
              <a:gd name="connsiteX24" fmla="*/ 5196315 w 5228120"/>
              <a:gd name="connsiteY24" fmla="*/ 4957902 h 4957903"/>
              <a:gd name="connsiteX25" fmla="*/ 5157924 w 5228120"/>
              <a:gd name="connsiteY25" fmla="*/ 4957902 h 4957903"/>
              <a:gd name="connsiteX26" fmla="*/ 5157922 w 5228120"/>
              <a:gd name="connsiteY26" fmla="*/ 4957903 h 4957903"/>
              <a:gd name="connsiteX27" fmla="*/ 1369345 w 5228120"/>
              <a:gd name="connsiteY27" fmla="*/ 4957903 h 4957903"/>
              <a:gd name="connsiteX28" fmla="*/ 44266 w 5228120"/>
              <a:gd name="connsiteY28" fmla="*/ 4957256 h 4957903"/>
              <a:gd name="connsiteX29" fmla="*/ 19873 w 5228120"/>
              <a:gd name="connsiteY29" fmla="*/ 4940773 h 4957903"/>
              <a:gd name="connsiteX30" fmla="*/ 19873 w 5228120"/>
              <a:gd name="connsiteY30" fmla="*/ 4191718 h 4957903"/>
              <a:gd name="connsiteX31" fmla="*/ 13009 w 5228120"/>
              <a:gd name="connsiteY31" fmla="*/ 4167267 h 4957903"/>
              <a:gd name="connsiteX32" fmla="*/ 19873 w 5228120"/>
              <a:gd name="connsiteY32" fmla="*/ 4142119 h 4957903"/>
              <a:gd name="connsiteX33" fmla="*/ 19873 w 5228120"/>
              <a:gd name="connsiteY33" fmla="*/ 3806985 h 4957903"/>
              <a:gd name="connsiteX34" fmla="*/ 19873 w 5228120"/>
              <a:gd name="connsiteY34" fmla="*/ 3762500 h 4957903"/>
              <a:gd name="connsiteX35" fmla="*/ 12558 w 5228120"/>
              <a:gd name="connsiteY35" fmla="*/ 3737654 h 4957903"/>
              <a:gd name="connsiteX36" fmla="*/ 4175 w 5228120"/>
              <a:gd name="connsiteY36" fmla="*/ 3712250 h 4957903"/>
              <a:gd name="connsiteX37" fmla="*/ 560 w 5228120"/>
              <a:gd name="connsiteY37" fmla="*/ 3687770 h 4957903"/>
              <a:gd name="connsiteX38" fmla="*/ 0 w 5228120"/>
              <a:gd name="connsiteY38" fmla="*/ 3668924 h 4957903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1369345 w 5228120"/>
              <a:gd name="connsiteY26" fmla="*/ 4957739 h 4957739"/>
              <a:gd name="connsiteX27" fmla="*/ 44266 w 5228120"/>
              <a:gd name="connsiteY27" fmla="*/ 4957092 h 4957739"/>
              <a:gd name="connsiteX28" fmla="*/ 19873 w 5228120"/>
              <a:gd name="connsiteY28" fmla="*/ 4940609 h 4957739"/>
              <a:gd name="connsiteX29" fmla="*/ 19873 w 5228120"/>
              <a:gd name="connsiteY29" fmla="*/ 4191554 h 4957739"/>
              <a:gd name="connsiteX30" fmla="*/ 13009 w 5228120"/>
              <a:gd name="connsiteY30" fmla="*/ 4167103 h 4957739"/>
              <a:gd name="connsiteX31" fmla="*/ 19873 w 5228120"/>
              <a:gd name="connsiteY31" fmla="*/ 4141955 h 4957739"/>
              <a:gd name="connsiteX32" fmla="*/ 19873 w 5228120"/>
              <a:gd name="connsiteY32" fmla="*/ 3806821 h 4957739"/>
              <a:gd name="connsiteX33" fmla="*/ 19873 w 5228120"/>
              <a:gd name="connsiteY33" fmla="*/ 3762336 h 4957739"/>
              <a:gd name="connsiteX34" fmla="*/ 12558 w 5228120"/>
              <a:gd name="connsiteY34" fmla="*/ 3737490 h 4957739"/>
              <a:gd name="connsiteX35" fmla="*/ 4175 w 5228120"/>
              <a:gd name="connsiteY35" fmla="*/ 3712086 h 4957739"/>
              <a:gd name="connsiteX36" fmla="*/ 560 w 5228120"/>
              <a:gd name="connsiteY36" fmla="*/ 3687606 h 4957739"/>
              <a:gd name="connsiteX37" fmla="*/ 0 w 5228120"/>
              <a:gd name="connsiteY37" fmla="*/ 3668760 h 4957739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44266 w 5228120"/>
              <a:gd name="connsiteY26" fmla="*/ 4957092 h 4957739"/>
              <a:gd name="connsiteX27" fmla="*/ 19873 w 5228120"/>
              <a:gd name="connsiteY27" fmla="*/ 4940609 h 4957739"/>
              <a:gd name="connsiteX28" fmla="*/ 19873 w 5228120"/>
              <a:gd name="connsiteY28" fmla="*/ 4191554 h 4957739"/>
              <a:gd name="connsiteX29" fmla="*/ 13009 w 5228120"/>
              <a:gd name="connsiteY29" fmla="*/ 4167103 h 4957739"/>
              <a:gd name="connsiteX30" fmla="*/ 19873 w 5228120"/>
              <a:gd name="connsiteY30" fmla="*/ 4141955 h 4957739"/>
              <a:gd name="connsiteX31" fmla="*/ 19873 w 5228120"/>
              <a:gd name="connsiteY31" fmla="*/ 3806821 h 4957739"/>
              <a:gd name="connsiteX32" fmla="*/ 19873 w 5228120"/>
              <a:gd name="connsiteY32" fmla="*/ 3762336 h 4957739"/>
              <a:gd name="connsiteX33" fmla="*/ 12558 w 5228120"/>
              <a:gd name="connsiteY33" fmla="*/ 3737490 h 4957739"/>
              <a:gd name="connsiteX34" fmla="*/ 4175 w 5228120"/>
              <a:gd name="connsiteY34" fmla="*/ 3712086 h 4957739"/>
              <a:gd name="connsiteX35" fmla="*/ 560 w 5228120"/>
              <a:gd name="connsiteY35" fmla="*/ 3687606 h 4957739"/>
              <a:gd name="connsiteX36" fmla="*/ 0 w 5228120"/>
              <a:gd name="connsiteY36" fmla="*/ 3668760 h 49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28120" h="4957739">
                <a:moveTo>
                  <a:pt x="0" y="3668760"/>
                </a:moveTo>
                <a:lnTo>
                  <a:pt x="4948" y="3649017"/>
                </a:lnTo>
                <a:cubicBezTo>
                  <a:pt x="5428" y="3643504"/>
                  <a:pt x="2348" y="3642047"/>
                  <a:pt x="2889" y="3635689"/>
                </a:cubicBezTo>
                <a:lnTo>
                  <a:pt x="8191" y="3610867"/>
                </a:lnTo>
                <a:lnTo>
                  <a:pt x="13074" y="3574556"/>
                </a:lnTo>
                <a:lnTo>
                  <a:pt x="18280" y="3549561"/>
                </a:lnTo>
                <a:lnTo>
                  <a:pt x="19873" y="3544741"/>
                </a:lnTo>
                <a:lnTo>
                  <a:pt x="19873" y="3381182"/>
                </a:lnTo>
                <a:lnTo>
                  <a:pt x="18092" y="3369117"/>
                </a:lnTo>
                <a:cubicBezTo>
                  <a:pt x="18686" y="3355549"/>
                  <a:pt x="19279" y="3341980"/>
                  <a:pt x="19873" y="3328412"/>
                </a:cubicBezTo>
                <a:lnTo>
                  <a:pt x="17446" y="3322501"/>
                </a:lnTo>
                <a:lnTo>
                  <a:pt x="19873" y="3282705"/>
                </a:lnTo>
                <a:cubicBezTo>
                  <a:pt x="19530" y="3269526"/>
                  <a:pt x="20072" y="3246690"/>
                  <a:pt x="17812" y="3239103"/>
                </a:cubicBezTo>
                <a:lnTo>
                  <a:pt x="12273" y="3235847"/>
                </a:lnTo>
                <a:cubicBezTo>
                  <a:pt x="12111" y="3232660"/>
                  <a:pt x="11948" y="3229472"/>
                  <a:pt x="11786" y="3226285"/>
                </a:cubicBezTo>
                <a:cubicBezTo>
                  <a:pt x="12210" y="3225585"/>
                  <a:pt x="11857" y="3211799"/>
                  <a:pt x="11892" y="3211231"/>
                </a:cubicBezTo>
                <a:lnTo>
                  <a:pt x="17706" y="3177510"/>
                </a:lnTo>
                <a:lnTo>
                  <a:pt x="14268" y="18774"/>
                </a:lnTo>
                <a:cubicBezTo>
                  <a:pt x="19746" y="9227"/>
                  <a:pt x="21251" y="7690"/>
                  <a:pt x="30700" y="2147"/>
                </a:cubicBezTo>
                <a:lnTo>
                  <a:pt x="44276" y="0"/>
                </a:lnTo>
                <a:lnTo>
                  <a:pt x="5196316" y="483"/>
                </a:lnTo>
                <a:cubicBezTo>
                  <a:pt x="5211913" y="528"/>
                  <a:pt x="5224547" y="13159"/>
                  <a:pt x="5224586" y="28755"/>
                </a:cubicBezTo>
                <a:cubicBezTo>
                  <a:pt x="5229299" y="850266"/>
                  <a:pt x="5229298" y="4108050"/>
                  <a:pt x="5224586" y="4929546"/>
                </a:cubicBezTo>
                <a:cubicBezTo>
                  <a:pt x="5224498" y="4945112"/>
                  <a:pt x="5211880" y="4957697"/>
                  <a:pt x="5196315" y="4957738"/>
                </a:cubicBezTo>
                <a:lnTo>
                  <a:pt x="5157924" y="4957738"/>
                </a:lnTo>
                <a:cubicBezTo>
                  <a:pt x="5157923" y="4957738"/>
                  <a:pt x="5157923" y="4957739"/>
                  <a:pt x="5157922" y="4957739"/>
                </a:cubicBezTo>
                <a:lnTo>
                  <a:pt x="44266" y="4957092"/>
                </a:lnTo>
                <a:cubicBezTo>
                  <a:pt x="30798" y="4957039"/>
                  <a:pt x="19909" y="4949683"/>
                  <a:pt x="19873" y="4940609"/>
                </a:cubicBezTo>
                <a:lnTo>
                  <a:pt x="19873" y="4191554"/>
                </a:lnTo>
                <a:lnTo>
                  <a:pt x="13009" y="4167103"/>
                </a:lnTo>
                <a:cubicBezTo>
                  <a:pt x="13312" y="4153381"/>
                  <a:pt x="17586" y="4150338"/>
                  <a:pt x="19873" y="4141955"/>
                </a:cubicBezTo>
                <a:lnTo>
                  <a:pt x="19873" y="3806821"/>
                </a:lnTo>
                <a:lnTo>
                  <a:pt x="19873" y="3762336"/>
                </a:lnTo>
                <a:lnTo>
                  <a:pt x="12558" y="3737490"/>
                </a:lnTo>
                <a:cubicBezTo>
                  <a:pt x="18407" y="3727494"/>
                  <a:pt x="6970" y="3720184"/>
                  <a:pt x="4175" y="3712086"/>
                </a:cubicBezTo>
                <a:lnTo>
                  <a:pt x="560" y="3687606"/>
                </a:lnTo>
                <a:cubicBezTo>
                  <a:pt x="373" y="3681324"/>
                  <a:pt x="187" y="3675042"/>
                  <a:pt x="0" y="366876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Content Placeholder 5" descr="Alarm clock with solid fill">
            <a:extLst>
              <a:ext uri="{FF2B5EF4-FFF2-40B4-BE49-F238E27FC236}">
                <a16:creationId xmlns:a16="http://schemas.microsoft.com/office/drawing/2014/main" id="{9165BD6A-47E6-598C-DFE4-6A69D310A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381225">
            <a:off x="1963839" y="894451"/>
            <a:ext cx="3029696" cy="3029696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65B8C92-2D61-44A2-857C-E6980C2A2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658755">
            <a:off x="10976603" y="237613"/>
            <a:ext cx="464589" cy="1772054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Top view of a wooden block with the number one written on it and the block is on a yellow surface">
            <a:extLst>
              <a:ext uri="{FF2B5EF4-FFF2-40B4-BE49-F238E27FC236}">
                <a16:creationId xmlns:a16="http://schemas.microsoft.com/office/drawing/2014/main" id="{FB0ECD30-67D4-0292-995F-2D933278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95" r="14531" b="1"/>
          <a:stretch>
            <a:fillRect/>
          </a:stretch>
        </p:blipFill>
        <p:spPr>
          <a:xfrm rot="177464">
            <a:off x="7143905" y="1288074"/>
            <a:ext cx="3115784" cy="302846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631B7FDF-FF70-42C1-8843-C55909468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B2CDC06-C442-466B-8A76-3D5E1EE54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C247DEB-8314-4DFE-BAD0-937EDB94D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9A1CFE8-45D8-4B4F-BAAC-0F1BFC041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C334D3F-33A5-415B-A94D-53FDDAA49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663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6669" y="2590800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/>
              <a:t>We have added support for camera input</a:t>
            </a:r>
          </a:p>
          <a:p>
            <a:pPr algn="ctr"/>
            <a:r>
              <a:rPr lang="en-US" sz="1800" dirty="0"/>
              <a:t>We updated the "scanner" page of the app to include the camera input as well as the relevant buttons (scan and upload)</a:t>
            </a:r>
          </a:p>
          <a:p>
            <a:pPr algn="ctr"/>
            <a:r>
              <a:rPr lang="en-US" sz="1800" dirty="0"/>
              <a:t>We have added a bash script that installs the necessary requirements to run the app as well as sets up a virtual development environment</a:t>
            </a:r>
          </a:p>
          <a:p>
            <a:pPr algn="ctr"/>
            <a:r>
              <a:rPr lang="en-US" sz="1800" dirty="0"/>
              <a:t>We have adjusted the main file to include an error message when the </a:t>
            </a:r>
            <a:r>
              <a:rPr lang="en-US" sz="1800" dirty="0" err="1"/>
              <a:t>kivy</a:t>
            </a:r>
            <a:r>
              <a:rPr lang="en-US" sz="1800" dirty="0"/>
              <a:t> module is not found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r>
              <a:rPr lang="en-US"/>
              <a:t>Challenges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87AA35-26CC-D75B-ADAA-F3B3F0839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465410"/>
              </p:ext>
            </p:extLst>
          </p:nvPr>
        </p:nvGraphicFramePr>
        <p:xfrm>
          <a:off x="1063925" y="2317750"/>
          <a:ext cx="10075651" cy="385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634116-A947-3B52-5F70-52F5BB41F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69302"/>
              </p:ext>
            </p:extLst>
          </p:nvPr>
        </p:nvGraphicFramePr>
        <p:xfrm>
          <a:off x="1219200" y="2318032"/>
          <a:ext cx="9493250" cy="3854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week we are continuing our work on implementing the </a:t>
            </a:r>
            <a:r>
              <a:rPr lang="en-US" dirty="0" err="1"/>
              <a:t>DocumentScanner</a:t>
            </a:r>
            <a:r>
              <a:rPr lang="en-US" dirty="0"/>
              <a:t> and </a:t>
            </a:r>
            <a:r>
              <a:rPr lang="en-US" dirty="0" err="1"/>
              <a:t>VoiceInterpreter</a:t>
            </a:r>
            <a:r>
              <a:rPr lang="en-US" dirty="0"/>
              <a:t> classes.</a:t>
            </a:r>
          </a:p>
          <a:p>
            <a:r>
              <a:rPr lang="en-US" dirty="0"/>
              <a:t>The DocumentScanner will scan the submitted syllabus and extract important text from it, including any event details (date, time, name, description etc.)</a:t>
            </a:r>
          </a:p>
          <a:p>
            <a:r>
              <a:rPr lang="en-US" dirty="0"/>
              <a:t>The </a:t>
            </a:r>
            <a:r>
              <a:rPr lang="en-US" dirty="0" err="1"/>
              <a:t>VoiceInterpreter</a:t>
            </a:r>
            <a:r>
              <a:rPr lang="en-US" dirty="0"/>
              <a:t> will do the same, but with voice input.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StreetscapeVTI</vt:lpstr>
      <vt:lpstr>What Now?</vt:lpstr>
      <vt:lpstr>Week 2 Progress</vt:lpstr>
      <vt:lpstr>So far…</vt:lpstr>
      <vt:lpstr>Challenges</vt:lpstr>
      <vt:lpstr>Gantt chart</vt:lpstr>
      <vt:lpstr>Website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P. Janovich</dc:creator>
  <cp:revision>63</cp:revision>
  <dcterms:created xsi:type="dcterms:W3CDTF">2026-01-24T15:50:45Z</dcterms:created>
  <dcterms:modified xsi:type="dcterms:W3CDTF">2026-02-01T19:47:36Z</dcterms:modified>
</cp:coreProperties>
</file>