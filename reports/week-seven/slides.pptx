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9" r:id="rId3"/>
    <p:sldId id="262" r:id="rId4"/>
    <p:sldId id="265" r:id="rId5"/>
    <p:sldId id="267" r:id="rId6"/>
    <p:sldId id="266" r:id="rId7"/>
    <p:sldId id="260" r:id="rId8"/>
    <p:sldId id="263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EEE3720-F8E3-8805-B62F-D93834D131F9}"/>
    <pc:docChg chg="modSld">
      <pc:chgData name="" userId="" providerId="" clId="Web-{4EEE3720-F8E3-8805-B62F-D93834D131F9}" dt="2026-02-23T06:52:16.816" v="0" actId="20577"/>
      <pc:docMkLst>
        <pc:docMk/>
      </pc:docMkLst>
      <pc:sldChg chg="modSp">
        <pc:chgData name="" userId="" providerId="" clId="Web-{4EEE3720-F8E3-8805-B62F-D93834D131F9}" dt="2026-02-23T06:52:16.816" v="0" actId="20577"/>
        <pc:sldMkLst>
          <pc:docMk/>
          <pc:sldMk cId="2745669654" sldId="256"/>
        </pc:sldMkLst>
        <pc:spChg chg="mod">
          <ac:chgData name="" userId="" providerId="" clId="Web-{4EEE3720-F8E3-8805-B62F-D93834D131F9}" dt="2026-02-23T06:52:16.816" v="0" actId="20577"/>
          <ac:spMkLst>
            <pc:docMk/>
            <pc:sldMk cId="2745669654" sldId="256"/>
            <ac:spMk id="3" creationId="{BF956AC3-37DC-D6C1-1254-14B0A60E3007}"/>
          </ac:spMkLst>
        </pc:spChg>
      </pc:sldChg>
    </pc:docChg>
  </pc:docChgLst>
  <pc:docChgLst>
    <pc:chgData name="Samuel Persinger" userId="f27f3664-de55-47d6-b32d-d7b37ddfa4be" providerId="ADAL" clId="{7DC3C62D-5CEF-4B39-8C87-8ED9FC9259A7}"/>
    <pc:docChg chg="custSel modSld">
      <pc:chgData name="Samuel Persinger" userId="f27f3664-de55-47d6-b32d-d7b37ddfa4be" providerId="ADAL" clId="{7DC3C62D-5CEF-4B39-8C87-8ED9FC9259A7}" dt="2026-03-23T12:51:00.764" v="104" actId="1076"/>
      <pc:docMkLst>
        <pc:docMk/>
      </pc:docMkLst>
      <pc:sldChg chg="delSp modSp mod delAnim">
        <pc:chgData name="Samuel Persinger" userId="f27f3664-de55-47d6-b32d-d7b37ddfa4be" providerId="ADAL" clId="{7DC3C62D-5CEF-4B39-8C87-8ED9FC9259A7}" dt="2026-03-23T12:50:23.691" v="103" actId="14100"/>
        <pc:sldMkLst>
          <pc:docMk/>
          <pc:sldMk cId="1429195309" sldId="265"/>
        </pc:sldMkLst>
        <pc:spChg chg="mod">
          <ac:chgData name="Samuel Persinger" userId="f27f3664-de55-47d6-b32d-d7b37ddfa4be" providerId="ADAL" clId="{7DC3C62D-5CEF-4B39-8C87-8ED9FC9259A7}" dt="2026-03-23T12:49:47.832" v="13" actId="20577"/>
          <ac:spMkLst>
            <pc:docMk/>
            <pc:sldMk cId="1429195309" sldId="265"/>
            <ac:spMk id="2" creationId="{D155311F-F12B-E0CD-62DB-3154B65A9C86}"/>
          </ac:spMkLst>
        </pc:spChg>
        <pc:spChg chg="mod">
          <ac:chgData name="Samuel Persinger" userId="f27f3664-de55-47d6-b32d-d7b37ddfa4be" providerId="ADAL" clId="{7DC3C62D-5CEF-4B39-8C87-8ED9FC9259A7}" dt="2026-03-23T12:50:23.691" v="103" actId="14100"/>
          <ac:spMkLst>
            <pc:docMk/>
            <pc:sldMk cId="1429195309" sldId="265"/>
            <ac:spMk id="3" creationId="{55A838FC-7F38-F0A8-5B18-F3B0BCFC6EE2}"/>
          </ac:spMkLst>
        </pc:spChg>
        <pc:picChg chg="del">
          <ac:chgData name="Samuel Persinger" userId="f27f3664-de55-47d6-b32d-d7b37ddfa4be" providerId="ADAL" clId="{7DC3C62D-5CEF-4B39-8C87-8ED9FC9259A7}" dt="2026-03-23T12:48:42.796" v="0" actId="478"/>
          <ac:picMkLst>
            <pc:docMk/>
            <pc:sldMk cId="1429195309" sldId="265"/>
            <ac:picMk id="4" creationId="{415F348B-67BA-2A98-A14C-4D8BE26C2387}"/>
          </ac:picMkLst>
        </pc:picChg>
      </pc:sldChg>
      <pc:sldChg chg="modSp mod">
        <pc:chgData name="Samuel Persinger" userId="f27f3664-de55-47d6-b32d-d7b37ddfa4be" providerId="ADAL" clId="{7DC3C62D-5CEF-4B39-8C87-8ED9FC9259A7}" dt="2026-03-23T12:51:00.764" v="104" actId="1076"/>
        <pc:sldMkLst>
          <pc:docMk/>
          <pc:sldMk cId="1039930182" sldId="267"/>
        </pc:sldMkLst>
        <pc:picChg chg="mod">
          <ac:chgData name="Samuel Persinger" userId="f27f3664-de55-47d6-b32d-d7b37ddfa4be" providerId="ADAL" clId="{7DC3C62D-5CEF-4B39-8C87-8ED9FC9259A7}" dt="2026-03-23T12:51:00.764" v="104" actId="1076"/>
          <ac:picMkLst>
            <pc:docMk/>
            <pc:sldMk cId="1039930182" sldId="267"/>
            <ac:picMk id="5" creationId="{B2C70F22-BF1A-DB99-BE8B-FB02C57D3D23}"/>
          </ac:picMkLst>
        </pc:picChg>
      </pc:sldChg>
    </pc:docChg>
  </pc:docChgLst>
  <pc:docChgLst>
    <pc:chgData name="Lavender B. Wilson" userId="S::wil81891@pennwest.edu::983a4de1-fa1a-4b3b-a3ea-0407ab083b1d" providerId="AD" clId="Web-{59F161EA-70C2-F6F4-A38E-79D6B2B0801D}"/>
    <pc:docChg chg="addSld modSld">
      <pc:chgData name="Lavender B. Wilson" userId="S::wil81891@pennwest.edu::983a4de1-fa1a-4b3b-a3ea-0407ab083b1d" providerId="AD" clId="Web-{59F161EA-70C2-F6F4-A38E-79D6B2B0801D}" dt="2026-03-02T07:54:45.199" v="14" actId="14100"/>
      <pc:docMkLst>
        <pc:docMk/>
      </pc:docMkLst>
      <pc:sldChg chg="addSp delSp modSp add replId addAnim delAnim">
        <pc:chgData name="Lavender B. Wilson" userId="S::wil81891@pennwest.edu::983a4de1-fa1a-4b3b-a3ea-0407ab083b1d" providerId="AD" clId="Web-{59F161EA-70C2-F6F4-A38E-79D6B2B0801D}" dt="2026-03-02T07:54:45.199" v="14" actId="14100"/>
        <pc:sldMkLst>
          <pc:docMk/>
          <pc:sldMk cId="1039930182" sldId="267"/>
        </pc:sldMkLst>
        <pc:spChg chg="mod">
          <ac:chgData name="Lavender B. Wilson" userId="S::wil81891@pennwest.edu::983a4de1-fa1a-4b3b-a3ea-0407ab083b1d" providerId="AD" clId="Web-{59F161EA-70C2-F6F4-A38E-79D6B2B0801D}" dt="2026-03-02T07:54:13.339" v="10" actId="20577"/>
          <ac:spMkLst>
            <pc:docMk/>
            <pc:sldMk cId="1039930182" sldId="267"/>
            <ac:spMk id="2" creationId="{2770F368-AD45-DB59-9199-1861A01C923C}"/>
          </ac:spMkLst>
        </pc:spChg>
        <pc:picChg chg="add mod">
          <ac:chgData name="Lavender B. Wilson" userId="S::wil81891@pennwest.edu::983a4de1-fa1a-4b3b-a3ea-0407ab083b1d" providerId="AD" clId="Web-{59F161EA-70C2-F6F4-A38E-79D6B2B0801D}" dt="2026-03-02T07:54:45.199" v="14" actId="14100"/>
          <ac:picMkLst>
            <pc:docMk/>
            <pc:sldMk cId="1039930182" sldId="267"/>
            <ac:picMk id="5" creationId="{B2C70F22-BF1A-DB99-BE8B-FB02C57D3D23}"/>
          </ac:picMkLst>
        </pc:picChg>
      </pc:sldChg>
    </pc:docChg>
  </pc:docChgLst>
  <pc:docChgLst>
    <pc:chgData name="Lavender B. Wilson" userId="S::wil81891@pennwest.edu::983a4de1-fa1a-4b3b-a3ea-0407ab083b1d" providerId="AD" clId="Web-{4EEE3720-F8E3-8805-B62F-D93834D131F9}"/>
    <pc:docChg chg="delSld modSld">
      <pc:chgData name="Lavender B. Wilson" userId="S::wil81891@pennwest.edu::983a4de1-fa1a-4b3b-a3ea-0407ab083b1d" providerId="AD" clId="Web-{4EEE3720-F8E3-8805-B62F-D93834D131F9}" dt="2026-02-23T07:55:20.658" v="343" actId="20577"/>
      <pc:docMkLst>
        <pc:docMk/>
      </pc:docMkLst>
      <pc:sldChg chg="modSp">
        <pc:chgData name="Lavender B. Wilson" userId="S::wil81891@pennwest.edu::983a4de1-fa1a-4b3b-a3ea-0407ab083b1d" providerId="AD" clId="Web-{4EEE3720-F8E3-8805-B62F-D93834D131F9}" dt="2026-02-23T07:50:21.129" v="178" actId="20577"/>
        <pc:sldMkLst>
          <pc:docMk/>
          <pc:sldMk cId="235494819" sldId="259"/>
        </pc:sldMkLst>
        <pc:spChg chg="mod">
          <ac:chgData name="Lavender B. Wilson" userId="S::wil81891@pennwest.edu::983a4de1-fa1a-4b3b-a3ea-0407ab083b1d" providerId="AD" clId="Web-{4EEE3720-F8E3-8805-B62F-D93834D131F9}" dt="2026-02-23T07:50:21.129" v="17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5:20.658" v="343" actId="20577"/>
        <pc:sldMkLst>
          <pc:docMk/>
          <pc:sldMk cId="688135998" sldId="261"/>
        </pc:sldMkLst>
        <pc:spChg chg="mod">
          <ac:chgData name="Lavender B. Wilson" userId="S::wil81891@pennwest.edu::983a4de1-fa1a-4b3b-a3ea-0407ab083b1d" providerId="AD" clId="Web-{4EEE3720-F8E3-8805-B62F-D93834D131F9}" dt="2026-02-23T07:55:20.658" v="343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Lavender B. Wilson" userId="S::wil81891@pennwest.edu::983a4de1-fa1a-4b3b-a3ea-0407ab083b1d" providerId="AD" clId="Web-{4EEE3720-F8E3-8805-B62F-D93834D131F9}" dt="2026-02-23T07:54:33.625" v="299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4EEE3720-F8E3-8805-B62F-D93834D131F9}" dt="2026-02-23T07:54:16.780" v="273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4EEE3720-F8E3-8805-B62F-D93834D131F9}" dt="2026-02-23T07:54:33.625" v="299" actId="20577"/>
          <ac:spMkLst>
            <pc:docMk/>
            <pc:sldMk cId="2440117310" sldId="262"/>
            <ac:spMk id="7" creationId="{129F8835-9EFB-B113-AE2A-E0A5EF4033CC}"/>
          </ac:spMkLst>
        </pc:spChg>
      </pc:sldChg>
    </pc:docChg>
  </pc:docChgLst>
  <pc:docChgLst>
    <pc:chgData name="Samuel Persinger" userId="S::per6690@pennwest.edu::f27f3664-de55-47d6-b32d-d7b37ddfa4be" providerId="AD" clId="Web-{C605ECFF-1763-72DD-7C74-0BC3E1D6455A}"/>
    <pc:docChg chg="addSld delSld modSld">
      <pc:chgData name="Samuel Persinger" userId="S::per6690@pennwest.edu::f27f3664-de55-47d6-b32d-d7b37ddfa4be" providerId="AD" clId="Web-{C605ECFF-1763-72DD-7C74-0BC3E1D6455A}" dt="2026-03-02T05:22:50.265" v="452" actId="1076"/>
      <pc:docMkLst>
        <pc:docMk/>
      </pc:docMkLst>
      <pc:sldChg chg="modSp">
        <pc:chgData name="Samuel Persinger" userId="S::per6690@pennwest.edu::f27f3664-de55-47d6-b32d-d7b37ddfa4be" providerId="AD" clId="Web-{C605ECFF-1763-72DD-7C74-0BC3E1D6455A}" dt="2026-03-02T03:38:56.738" v="17" actId="20577"/>
        <pc:sldMkLst>
          <pc:docMk/>
          <pc:sldMk cId="2745669654" sldId="256"/>
        </pc:sldMkLst>
        <pc:spChg chg="mod">
          <ac:chgData name="Samuel Persinger" userId="S::per6690@pennwest.edu::f27f3664-de55-47d6-b32d-d7b37ddfa4be" providerId="AD" clId="Web-{C605ECFF-1763-72DD-7C74-0BC3E1D6455A}" dt="2026-03-02T03:38:56.738" v="17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40:11.381" v="118" actId="20577"/>
        <pc:sldMkLst>
          <pc:docMk/>
          <pc:sldMk cId="235494819" sldId="259"/>
        </pc:sldMkLst>
        <pc:spChg chg="mod">
          <ac:chgData name="Samuel Persinger" userId="S::per6690@pennwest.edu::f27f3664-de55-47d6-b32d-d7b37ddfa4be" providerId="AD" clId="Web-{C605ECFF-1763-72DD-7C74-0BC3E1D6455A}" dt="2026-03-02T03:40:11.381" v="118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55.998" v="310" actId="20577"/>
        <pc:sldMkLst>
          <pc:docMk/>
          <pc:sldMk cId="958039725" sldId="260"/>
        </pc:sldMkLst>
        <pc:graphicFrameChg chg="modGraphic">
          <ac:chgData name="Samuel Persinger" userId="S::per6690@pennwest.edu::f27f3664-de55-47d6-b32d-d7b37ddfa4be" providerId="AD" clId="Web-{C605ECFF-1763-72DD-7C74-0BC3E1D6455A}" dt="2026-03-02T03:53:55.998" v="310" actId="20577"/>
          <ac:graphicFrameMkLst>
            <pc:docMk/>
            <pc:sldMk cId="958039725" sldId="260"/>
            <ac:graphicFrameMk id="6" creationId="{8A634116-A947-3B52-5F70-52F5BB41F808}"/>
          </ac:graphicFrameMkLst>
        </pc:graphicFrameChg>
      </pc:sldChg>
      <pc:sldChg chg="modSp">
        <pc:chgData name="Samuel Persinger" userId="S::per6690@pennwest.edu::f27f3664-de55-47d6-b32d-d7b37ddfa4be" providerId="AD" clId="Web-{C605ECFF-1763-72DD-7C74-0BC3E1D6455A}" dt="2026-03-02T05:13:31.053" v="444" actId="20577"/>
        <pc:sldMkLst>
          <pc:docMk/>
          <pc:sldMk cId="688135998" sldId="261"/>
        </pc:sldMkLst>
        <pc:spChg chg="mod">
          <ac:chgData name="Samuel Persinger" userId="S::per6690@pennwest.edu::f27f3664-de55-47d6-b32d-d7b37ddfa4be" providerId="AD" clId="Web-{C605ECFF-1763-72DD-7C74-0BC3E1D6455A}" dt="2026-03-02T05:13:31.053" v="444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modSp">
        <pc:chgData name="Samuel Persinger" userId="S::per6690@pennwest.edu::f27f3664-de55-47d6-b32d-d7b37ddfa4be" providerId="AD" clId="Web-{C605ECFF-1763-72DD-7C74-0BC3E1D6455A}" dt="2026-03-02T03:53:39.685" v="292" actId="20577"/>
        <pc:sldMkLst>
          <pc:docMk/>
          <pc:sldMk cId="2440117310" sldId="262"/>
        </pc:sldMkLst>
        <pc:spChg chg="mod">
          <ac:chgData name="Samuel Persinger" userId="S::per6690@pennwest.edu::f27f3664-de55-47d6-b32d-d7b37ddfa4be" providerId="AD" clId="Web-{C605ECFF-1763-72DD-7C74-0BC3E1D6455A}" dt="2026-03-02T03:53:39.685" v="292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Samuel Persinger" userId="S::per6690@pennwest.edu::f27f3664-de55-47d6-b32d-d7b37ddfa4be" providerId="AD" clId="Web-{C605ECFF-1763-72DD-7C74-0BC3E1D6455A}" dt="2026-03-02T03:53:38.029" v="289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modSp new addAnim">
        <pc:chgData name="Samuel Persinger" userId="S::per6690@pennwest.edu::f27f3664-de55-47d6-b32d-d7b37ddfa4be" providerId="AD" clId="Web-{C605ECFF-1763-72DD-7C74-0BC3E1D6455A}" dt="2026-03-02T05:22:50.265" v="452" actId="1076"/>
        <pc:sldMkLst>
          <pc:docMk/>
          <pc:sldMk cId="1429195309" sldId="265"/>
        </pc:sldMkLst>
        <pc:spChg chg="mod">
          <ac:chgData name="Samuel Persinger" userId="S::per6690@pennwest.edu::f27f3664-de55-47d6-b32d-d7b37ddfa4be" providerId="AD" clId="Web-{C605ECFF-1763-72DD-7C74-0BC3E1D6455A}" dt="2026-03-02T04:47:02.016" v="364" actId="20577"/>
          <ac:spMkLst>
            <pc:docMk/>
            <pc:sldMk cId="1429195309" sldId="265"/>
            <ac:spMk id="2" creationId="{D155311F-F12B-E0CD-62DB-3154B65A9C86}"/>
          </ac:spMkLst>
        </pc:spChg>
      </pc:sldChg>
      <pc:sldChg chg="addSp delSp modSp new">
        <pc:chgData name="Samuel Persinger" userId="S::per6690@pennwest.edu::f27f3664-de55-47d6-b32d-d7b37ddfa4be" providerId="AD" clId="Web-{C605ECFF-1763-72DD-7C74-0BC3E1D6455A}" dt="2026-03-02T05:15:14.868" v="449" actId="14100"/>
        <pc:sldMkLst>
          <pc:docMk/>
          <pc:sldMk cId="816210219" sldId="266"/>
        </pc:sldMkLst>
        <pc:spChg chg="mod">
          <ac:chgData name="Samuel Persinger" userId="S::per6690@pennwest.edu::f27f3664-de55-47d6-b32d-d7b37ddfa4be" providerId="AD" clId="Web-{C605ECFF-1763-72DD-7C74-0BC3E1D6455A}" dt="2026-03-02T05:14:30.414" v="446" actId="20577"/>
          <ac:spMkLst>
            <pc:docMk/>
            <pc:sldMk cId="816210219" sldId="266"/>
            <ac:spMk id="2" creationId="{3D5A341D-08C9-A3CF-5D81-42FEB748D1CE}"/>
          </ac:spMkLst>
        </pc:spChg>
        <pc:picChg chg="add mod ord">
          <ac:chgData name="Samuel Persinger" userId="S::per6690@pennwest.edu::f27f3664-de55-47d6-b32d-d7b37ddfa4be" providerId="AD" clId="Web-{C605ECFF-1763-72DD-7C74-0BC3E1D6455A}" dt="2026-03-02T05:15:14.868" v="449" actId="14100"/>
          <ac:picMkLst>
            <pc:docMk/>
            <pc:sldMk cId="816210219" sldId="266"/>
            <ac:picMk id="4" creationId="{5498C4BD-8AC6-D259-B536-6CD3A76DF55D}"/>
          </ac:picMkLst>
        </pc:picChg>
      </pc:sldChg>
    </pc:docChg>
  </pc:docChgLst>
  <pc:docChgLst>
    <pc:chgData clId="Web-{C605ECFF-1763-72DD-7C74-0BC3E1D6455A}"/>
    <pc:docChg chg="modSld">
      <pc:chgData name="" userId="" providerId="" clId="Web-{C605ECFF-1763-72DD-7C74-0BC3E1D6455A}" dt="2026-03-02T03:37:42.004" v="6" actId="20577"/>
      <pc:docMkLst>
        <pc:docMk/>
      </pc:docMkLst>
      <pc:sldChg chg="modSp">
        <pc:chgData name="" userId="" providerId="" clId="Web-{C605ECFF-1763-72DD-7C74-0BC3E1D6455A}" dt="2026-03-02T03:37:34.083" v="0" actId="20577"/>
        <pc:sldMkLst>
          <pc:docMk/>
          <pc:sldMk cId="2745669654" sldId="256"/>
        </pc:sldMkLst>
        <pc:spChg chg="mod">
          <ac:chgData name="" userId="" providerId="" clId="Web-{C605ECFF-1763-72DD-7C74-0BC3E1D6455A}" dt="2026-03-02T03:37:34.083" v="0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">
        <pc:chgData name="" userId="" providerId="" clId="Web-{C605ECFF-1763-72DD-7C74-0BC3E1D6455A}" dt="2026-03-02T03:37:42.004" v="6" actId="20577"/>
        <pc:sldMkLst>
          <pc:docMk/>
          <pc:sldMk cId="235494819" sldId="259"/>
        </pc:sldMkLst>
        <pc:spChg chg="mod">
          <ac:chgData name="" userId="" providerId="" clId="Web-{C605ECFF-1763-72DD-7C74-0BC3E1D6455A}" dt="2026-03-02T03:37:42.004" v="6" actId="20577"/>
          <ac:spMkLst>
            <pc:docMk/>
            <pc:sldMk cId="235494819" sldId="259"/>
            <ac:spMk id="3" creationId="{CBA68C39-6463-1024-5137-BF66DD483C6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3C5D3-2E72-4741-A01C-3E507B47A9F8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1A7C6-3DCA-44AD-9A3A-DF9E06F0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adjustments to better represent our progress and future plans.</a:t>
          </a:r>
        </a:p>
      </dgm:t>
    </dgm:pt>
    <dgm:pt modelId="{342662EA-0C84-483A-89D0-E3D35D1E2963}" type="parTrans" cxnId="{053AAF56-AA2C-42BF-89F1-837B2A12F6C8}">
      <dgm:prSet/>
      <dgm:spPr/>
      <dgm:t>
        <a:bodyPr/>
        <a:lstStyle/>
        <a:p>
          <a:endParaRPr lang="en-US"/>
        </a:p>
      </dgm:t>
    </dgm:pt>
    <dgm:pt modelId="{8748F42F-3BB5-4020-99A0-8041DD0E12C9}" type="sibTrans" cxnId="{053AAF56-AA2C-42BF-89F1-837B2A12F6C8}">
      <dgm:prSet/>
      <dgm:spPr/>
      <dgm:t>
        <a:bodyPr/>
        <a:lstStyle/>
        <a:p>
          <a:endParaRPr lang="en-US"/>
        </a:p>
      </dgm:t>
    </dgm:pt>
    <dgm:pt modelId="{22290E01-3957-4D60-B6A2-8E3EAD24FF36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Progress was a bit slow this week but we're on pace to finish the “What Now?” Project on time.</a:t>
          </a:r>
          <a:endParaRPr lang="en-US">
            <a:latin typeface="Franklin Gothic Heavy"/>
          </a:endParaRPr>
        </a:p>
      </dgm:t>
    </dgm:pt>
    <dgm:pt modelId="{705C20D4-FBB5-4226-BF20-FFB274E82E50}" type="parTrans" cxnId="{0E9C78EB-AF1D-4272-B660-F59A9AD33099}">
      <dgm:prSet/>
      <dgm:spPr/>
      <dgm:t>
        <a:bodyPr/>
        <a:lstStyle/>
        <a:p>
          <a:endParaRPr lang="en-US"/>
        </a:p>
      </dgm:t>
    </dgm:pt>
    <dgm:pt modelId="{A780984D-3921-4AD6-A82A-901AA22A28A2}" type="sibTrans" cxnId="{0E9C78EB-AF1D-4272-B660-F59A9AD33099}">
      <dgm:prSet/>
      <dgm:spPr/>
      <dgm:t>
        <a:bodyPr/>
        <a:lstStyle/>
        <a:p>
          <a:endParaRPr lang="en-US"/>
        </a:p>
      </dgm:t>
    </dgm:pt>
    <dgm:pt modelId="{9C4FD997-3976-4751-8EB4-556D01073D6C}" type="pres">
      <dgm:prSet presAssocID="{50F3C5D3-2E72-4741-A01C-3E507B47A9F8}" presName="root" presStyleCnt="0">
        <dgm:presLayoutVars>
          <dgm:dir/>
          <dgm:resizeHandles val="exact"/>
        </dgm:presLayoutVars>
      </dgm:prSet>
      <dgm:spPr/>
    </dgm:pt>
    <dgm:pt modelId="{F448A15C-140A-40EC-8540-AE640B14F1BB}" type="pres">
      <dgm:prSet presAssocID="{11F1A7C6-3DCA-44AD-9A3A-DF9E06F039A4}" presName="compNode" presStyleCnt="0"/>
      <dgm:spPr/>
    </dgm:pt>
    <dgm:pt modelId="{326AB783-A152-4DFA-B7AD-D48015D5A4BB}" type="pres">
      <dgm:prSet presAssocID="{11F1A7C6-3DCA-44AD-9A3A-DF9E06F039A4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0D179945-8E9D-4715-BB7C-2663646B0147}" type="pres">
      <dgm:prSet presAssocID="{11F1A7C6-3DCA-44AD-9A3A-DF9E06F039A4}" presName="spaceRect" presStyleCnt="0"/>
      <dgm:spPr/>
    </dgm:pt>
    <dgm:pt modelId="{1BFDDF81-1A53-45BD-BE47-9E4282BD7863}" type="pres">
      <dgm:prSet presAssocID="{11F1A7C6-3DCA-44AD-9A3A-DF9E06F039A4}" presName="textRect" presStyleLbl="revTx" presStyleIdx="0" presStyleCnt="2">
        <dgm:presLayoutVars>
          <dgm:chMax val="1"/>
          <dgm:chPref val="1"/>
        </dgm:presLayoutVars>
      </dgm:prSet>
      <dgm:spPr/>
    </dgm:pt>
    <dgm:pt modelId="{DB9A3CA4-EFF5-42FE-990F-6402AEA05BFC}" type="pres">
      <dgm:prSet presAssocID="{8748F42F-3BB5-4020-99A0-8041DD0E12C9}" presName="sibTrans" presStyleCnt="0"/>
      <dgm:spPr/>
    </dgm:pt>
    <dgm:pt modelId="{A209F3D2-9708-4EC2-81CF-7A75762275C9}" type="pres">
      <dgm:prSet presAssocID="{22290E01-3957-4D60-B6A2-8E3EAD24FF36}" presName="compNode" presStyleCnt="0"/>
      <dgm:spPr/>
    </dgm:pt>
    <dgm:pt modelId="{FD42BF2E-EB6D-487E-98C6-E7952446E39C}" type="pres">
      <dgm:prSet presAssocID="{22290E01-3957-4D60-B6A2-8E3EAD24FF36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01138C09-6FE6-482E-93C8-C1BDCBADB918}" type="pres">
      <dgm:prSet presAssocID="{22290E01-3957-4D60-B6A2-8E3EAD24FF36}" presName="spaceRect" presStyleCnt="0"/>
      <dgm:spPr/>
    </dgm:pt>
    <dgm:pt modelId="{599B8D8E-0D14-48AF-81A2-11A61DA1A240}" type="pres">
      <dgm:prSet presAssocID="{22290E01-3957-4D60-B6A2-8E3EAD24FF3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2A2A09-AF4A-4E57-94B5-F599781634A1}" type="presOf" srcId="{11F1A7C6-3DCA-44AD-9A3A-DF9E06F039A4}" destId="{1BFDDF81-1A53-45BD-BE47-9E4282BD7863}" srcOrd="0" destOrd="0" presId="urn:microsoft.com/office/officeart/2018/2/layout/IconLabelList"/>
    <dgm:cxn modelId="{053AAF56-AA2C-42BF-89F1-837B2A12F6C8}" srcId="{50F3C5D3-2E72-4741-A01C-3E507B47A9F8}" destId="{11F1A7C6-3DCA-44AD-9A3A-DF9E06F039A4}" srcOrd="0" destOrd="0" parTransId="{342662EA-0C84-483A-89D0-E3D35D1E2963}" sibTransId="{8748F42F-3BB5-4020-99A0-8041DD0E12C9}"/>
    <dgm:cxn modelId="{CB983B8D-64D8-4623-A146-5504B3101CF1}" type="presOf" srcId="{22290E01-3957-4D60-B6A2-8E3EAD24FF36}" destId="{599B8D8E-0D14-48AF-81A2-11A61DA1A240}" srcOrd="0" destOrd="0" presId="urn:microsoft.com/office/officeart/2018/2/layout/IconLabelList"/>
    <dgm:cxn modelId="{24B599DC-9310-4089-B061-B6293A0688C7}" type="presOf" srcId="{50F3C5D3-2E72-4741-A01C-3E507B47A9F8}" destId="{9C4FD997-3976-4751-8EB4-556D01073D6C}" srcOrd="0" destOrd="0" presId="urn:microsoft.com/office/officeart/2018/2/layout/IconLabelList"/>
    <dgm:cxn modelId="{0E9C78EB-AF1D-4272-B660-F59A9AD33099}" srcId="{50F3C5D3-2E72-4741-A01C-3E507B47A9F8}" destId="{22290E01-3957-4D60-B6A2-8E3EAD24FF36}" srcOrd="1" destOrd="0" parTransId="{705C20D4-FBB5-4226-BF20-FFB274E82E50}" sibTransId="{A780984D-3921-4AD6-A82A-901AA22A28A2}"/>
    <dgm:cxn modelId="{1BB7CBAA-BE27-48CC-82FC-1D3E87B29DE5}" type="presParOf" srcId="{9C4FD997-3976-4751-8EB4-556D01073D6C}" destId="{F448A15C-140A-40EC-8540-AE640B14F1BB}" srcOrd="0" destOrd="0" presId="urn:microsoft.com/office/officeart/2018/2/layout/IconLabelList"/>
    <dgm:cxn modelId="{35240B14-8CCA-4DBB-AA09-37E2DBAB2756}" type="presParOf" srcId="{F448A15C-140A-40EC-8540-AE640B14F1BB}" destId="{326AB783-A152-4DFA-B7AD-D48015D5A4BB}" srcOrd="0" destOrd="0" presId="urn:microsoft.com/office/officeart/2018/2/layout/IconLabelList"/>
    <dgm:cxn modelId="{1D83A704-7933-467F-AD0F-6C26D69C70DF}" type="presParOf" srcId="{F448A15C-140A-40EC-8540-AE640B14F1BB}" destId="{0D179945-8E9D-4715-BB7C-2663646B0147}" srcOrd="1" destOrd="0" presId="urn:microsoft.com/office/officeart/2018/2/layout/IconLabelList"/>
    <dgm:cxn modelId="{4AED7672-01B0-41AB-B771-D16D5B8E2F65}" type="presParOf" srcId="{F448A15C-140A-40EC-8540-AE640B14F1BB}" destId="{1BFDDF81-1A53-45BD-BE47-9E4282BD7863}" srcOrd="2" destOrd="0" presId="urn:microsoft.com/office/officeart/2018/2/layout/IconLabelList"/>
    <dgm:cxn modelId="{E8128510-635E-41D1-946B-6AE23B6EA3D7}" type="presParOf" srcId="{9C4FD997-3976-4751-8EB4-556D01073D6C}" destId="{DB9A3CA4-EFF5-42FE-990F-6402AEA05BFC}" srcOrd="1" destOrd="0" presId="urn:microsoft.com/office/officeart/2018/2/layout/IconLabelList"/>
    <dgm:cxn modelId="{A2047838-7B4C-4E97-A1C8-30194DFBDF94}" type="presParOf" srcId="{9C4FD997-3976-4751-8EB4-556D01073D6C}" destId="{A209F3D2-9708-4EC2-81CF-7A75762275C9}" srcOrd="2" destOrd="0" presId="urn:microsoft.com/office/officeart/2018/2/layout/IconLabelList"/>
    <dgm:cxn modelId="{C3658C7E-6A4A-4690-8387-C9C0B9162B72}" type="presParOf" srcId="{A209F3D2-9708-4EC2-81CF-7A75762275C9}" destId="{FD42BF2E-EB6D-487E-98C6-E7952446E39C}" srcOrd="0" destOrd="0" presId="urn:microsoft.com/office/officeart/2018/2/layout/IconLabelList"/>
    <dgm:cxn modelId="{3618211B-D9AE-47AE-B2CB-0E3C1ABCBCF5}" type="presParOf" srcId="{A209F3D2-9708-4EC2-81CF-7A75762275C9}" destId="{01138C09-6FE6-482E-93C8-C1BDCBADB918}" srcOrd="1" destOrd="0" presId="urn:microsoft.com/office/officeart/2018/2/layout/IconLabelList"/>
    <dgm:cxn modelId="{F4BCBF77-5305-4B5D-9190-9DBBBCFBE77F}" type="presParOf" srcId="{A209F3D2-9708-4EC2-81CF-7A75762275C9}" destId="{599B8D8E-0D14-48AF-81A2-11A61DA1A2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AB783-A152-4DFA-B7AD-D48015D5A4BB}">
      <dsp:nvSpPr>
        <dsp:cNvPr id="0" name=""/>
        <dsp:cNvSpPr/>
      </dsp:nvSpPr>
      <dsp:spPr>
        <a:xfrm>
          <a:off x="1527825" y="36011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DDF81-1A53-45BD-BE47-9E4282BD7863}">
      <dsp:nvSpPr>
        <dsp:cNvPr id="0" name=""/>
        <dsp:cNvSpPr/>
      </dsp:nvSpPr>
      <dsp:spPr>
        <a:xfrm>
          <a:off x="339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Made adjustments to better represent our progress and future plans.</a:t>
          </a:r>
        </a:p>
      </dsp:txBody>
      <dsp:txXfrm>
        <a:off x="339825" y="2774331"/>
        <a:ext cx="4320000" cy="720000"/>
      </dsp:txXfrm>
    </dsp:sp>
    <dsp:sp modelId="{FD42BF2E-EB6D-487E-98C6-E7952446E39C}">
      <dsp:nvSpPr>
        <dsp:cNvPr id="0" name=""/>
        <dsp:cNvSpPr/>
      </dsp:nvSpPr>
      <dsp:spPr>
        <a:xfrm>
          <a:off x="6603825" y="360118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B8D8E-0D14-48AF-81A2-11A61DA1A240}">
      <dsp:nvSpPr>
        <dsp:cNvPr id="0" name=""/>
        <dsp:cNvSpPr/>
      </dsp:nvSpPr>
      <dsp:spPr>
        <a:xfrm>
          <a:off x="5415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  <a:ea typeface="Calibri"/>
              <a:cs typeface="Calibri"/>
            </a:rPr>
            <a:t>Progress was a bit slow this week but we're on pace to finish the “What Now?” Project on time.</a:t>
          </a:r>
          <a:endParaRPr lang="en-US" sz="1700" kern="1200">
            <a:latin typeface="Franklin Gothic Heavy"/>
          </a:endParaRPr>
        </a:p>
      </dsp:txBody>
      <dsp:txXfrm>
        <a:off x="5415825" y="277433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/>
              <a:t>Week 7 Report</a:t>
            </a:r>
          </a:p>
          <a:p>
            <a:r>
              <a:rPr lang="en-US" sz="150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1800"/>
              <a:t>Finished building pipelines for Android, Linux, and Windows</a:t>
            </a:r>
          </a:p>
          <a:p>
            <a:pPr algn="ctr"/>
            <a:r>
              <a:rPr lang="en-US" sz="1800" err="1"/>
              <a:t>CalendarEvent</a:t>
            </a:r>
            <a:r>
              <a:rPr lang="en-US" sz="1800"/>
              <a:t> and Schedule work is on schedule.</a:t>
            </a:r>
          </a:p>
          <a:p>
            <a:pPr algn="ctr"/>
            <a:r>
              <a:rPr lang="en-US" sz="1800"/>
              <a:t>UI designs are fully implemented</a:t>
            </a:r>
          </a:p>
          <a:p>
            <a:pPr algn="ctr"/>
            <a:r>
              <a:rPr lang="en-US" sz="1800"/>
              <a:t>Integration testing</a:t>
            </a:r>
          </a:p>
          <a:p>
            <a:pPr algn="ctr"/>
            <a:endParaRPr lang="en-US" sz="1800"/>
          </a:p>
          <a:p>
            <a:pPr algn="ctr"/>
            <a:endParaRPr lang="en-US" sz="1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555958" cy="3854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Challenges:</a:t>
            </a:r>
          </a:p>
          <a:p>
            <a:pPr marL="342900" indent="-342900">
              <a:buAutoNum type="arabicPeriod"/>
            </a:pPr>
            <a:r>
              <a:rPr lang="en-US" sz="1800"/>
              <a:t>More UI issues.</a:t>
            </a:r>
          </a:p>
          <a:p>
            <a:pPr>
              <a:buAutoNum type="arabicPeriod"/>
            </a:pPr>
            <a:r>
              <a:rPr lang="en-US" sz="1800"/>
              <a:t> Issue with Android building an APK for older versions of Android</a:t>
            </a:r>
          </a:p>
          <a:p>
            <a:pPr>
              <a:buAutoNum type="arabicPeriod"/>
            </a:pPr>
            <a:r>
              <a:rPr lang="en-US" sz="1800"/>
              <a:t> </a:t>
            </a:r>
            <a:r>
              <a:rPr lang="en-US" sz="1800" err="1"/>
              <a:t>AppImage</a:t>
            </a:r>
            <a:r>
              <a:rPr lang="en-US" sz="1800"/>
              <a:t> not bundling </a:t>
            </a:r>
            <a:r>
              <a:rPr lang="en-US" sz="1800" err="1"/>
              <a:t>ui</a:t>
            </a:r>
            <a:r>
              <a:rPr lang="en-US" sz="1800"/>
              <a:t> assets / building .desktop properly</a:t>
            </a:r>
          </a:p>
          <a:p>
            <a:pPr>
              <a:buAutoNum type="arabicPeriod"/>
            </a:pPr>
            <a:endParaRPr lang="en-US" sz="1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96000" y="2274737"/>
            <a:ext cx="5422232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Solutions:</a:t>
            </a:r>
          </a:p>
          <a:p>
            <a:endParaRPr lang="en-US"/>
          </a:p>
          <a:p>
            <a:pPr marL="342900" indent="-342900">
              <a:buAutoNum type="arabicPeriod"/>
            </a:pPr>
            <a:r>
              <a:rPr lang="en-US"/>
              <a:t>Simple fixes that took some diving into the documentation.</a:t>
            </a:r>
          </a:p>
          <a:p>
            <a:pPr marL="342900" indent="-342900">
              <a:buAutoNum type="arabicPeriod"/>
            </a:pPr>
            <a:endParaRPr lang="en-US"/>
          </a:p>
          <a:p>
            <a:pPr marL="285750" indent="-285750">
              <a:buAutoNum type="arabicPeriod"/>
            </a:pPr>
            <a:r>
              <a:rPr lang="en-US"/>
              <a:t>Still being worked on</a:t>
            </a:r>
            <a:br>
              <a:rPr lang="en-US"/>
            </a:br>
            <a:endParaRPr lang="en-US"/>
          </a:p>
          <a:p>
            <a:pPr marL="285750" indent="-285750">
              <a:buAutoNum type="arabicPeriod"/>
            </a:pPr>
            <a:r>
              <a:rPr lang="en-US"/>
              <a:t>Moved assets into a singular folder and updated imports across the application.</a:t>
            </a:r>
          </a:p>
          <a:p>
            <a:pPr marL="285750" indent="-28575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311F-F12B-E0CD-62DB-3154B65A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38FC-7F38-F0A8-5B18-F3B0BCFC6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544646" cy="3854167"/>
          </a:xfrm>
        </p:spPr>
        <p:txBody>
          <a:bodyPr/>
          <a:lstStyle/>
          <a:p>
            <a:r>
              <a:rPr lang="en-US" dirty="0"/>
              <a:t>Showcases adding a one off event, or a recurring event and how the calendar reacts to it</a:t>
            </a:r>
          </a:p>
        </p:txBody>
      </p:sp>
    </p:spTree>
    <p:extLst>
      <p:ext uri="{BB962C8B-B14F-4D97-AF65-F5344CB8AC3E}">
        <p14:creationId xmlns:p14="http://schemas.microsoft.com/office/powerpoint/2010/main" val="142919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BABA-FD06-2C1F-CDB6-B92F26AB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0F368-AD45-DB59-9199-1861A01C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CommandInterpreter</a:t>
            </a:r>
            <a:r>
              <a:rPr lang="en-US" dirty="0"/>
              <a:t> and Schedule Communication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E1E97-3F7F-23B6-1710-5027E724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mmand_interpreter_schedule">
            <a:hlinkClick r:id="" action="ppaction://media"/>
            <a:extLst>
              <a:ext uri="{FF2B5EF4-FFF2-40B4-BE49-F238E27FC236}">
                <a16:creationId xmlns:a16="http://schemas.microsoft.com/office/drawing/2014/main" id="{B2C70F22-BF1A-DB99-BE8B-FB02C57D3D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36068" y="2152040"/>
            <a:ext cx="7659512" cy="468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3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341D-08C9-A3CF-5D81-42FEB748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APK Issues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5498C4BD-8AC6-D259-B536-6CD3A76DF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8173" y="1153466"/>
            <a:ext cx="2337078" cy="4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0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634116-A947-3B52-5F70-52F5BB41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325241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Begin integrating the new classes with the previous ones. </a:t>
            </a:r>
          </a:p>
          <a:p>
            <a:r>
              <a:rPr lang="en-US"/>
              <a:t>Continue </a:t>
            </a:r>
            <a:r>
              <a:rPr lang="en-US" err="1"/>
              <a:t>CommandHandler</a:t>
            </a:r>
            <a:r>
              <a:rPr lang="en-US"/>
              <a:t> implementation</a:t>
            </a:r>
          </a:p>
          <a:p>
            <a:r>
              <a:rPr lang="en-US"/>
              <a:t>Merge in UI and ensure all new elements are styled with the </a:t>
            </a:r>
            <a:r>
              <a:rPr lang="en-US" err="1"/>
              <a:t>componen</a:t>
            </a:r>
            <a:r>
              <a:rPr lang="en-US"/>
              <a:t>ts written.</a:t>
            </a:r>
          </a:p>
          <a:p>
            <a:r>
              <a:rPr lang="en-US"/>
              <a:t>Begin looking into GitHub actions for automated building.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3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StreetscapeVTI</vt:lpstr>
      <vt:lpstr>What Now?</vt:lpstr>
      <vt:lpstr>This Week:</vt:lpstr>
      <vt:lpstr>Challenges and solutions</vt:lpstr>
      <vt:lpstr>UI Demo</vt:lpstr>
      <vt:lpstr>CommandInterpreter and Schedule Communication Progress</vt:lpstr>
      <vt:lpstr>APK Issues</vt:lpstr>
      <vt:lpstr>Gantt chart</vt:lpstr>
      <vt:lpstr>Website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Now?</dc:title>
  <dc:creator>Ethan P. Janovich</dc:creator>
  <cp:lastModifiedBy>Samuel Persinger</cp:lastModifiedBy>
  <cp:revision>10</cp:revision>
  <dcterms:created xsi:type="dcterms:W3CDTF">2026-01-24T15:50:45Z</dcterms:created>
  <dcterms:modified xsi:type="dcterms:W3CDTF">2026-03-23T12:51:07Z</dcterms:modified>
</cp:coreProperties>
</file>