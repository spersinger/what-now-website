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9" r:id="rId3"/>
    <p:sldId id="262" r:id="rId4"/>
    <p:sldId id="266" r:id="rId5"/>
    <p:sldId id="269" r:id="rId6"/>
    <p:sldId id="260" r:id="rId7"/>
    <p:sldId id="268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A6692-7CCF-D5DD-9A90-7F151A2BB182}" v="285" dt="2026-04-13T12:54:29.646"/>
    <p1510:client id="{4DC0FF72-331F-1675-02B7-1E2E57EDA20D}" v="148" dt="2026-04-13T03:23:29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ender B. Wilson" userId="S::wil81891@pennwest.edu::983a4de1-fa1a-4b3b-a3ea-0407ab083b1d" providerId="AD" clId="Web-{4DC0FF72-331F-1675-02B7-1E2E57EDA20D}"/>
    <pc:docChg chg="modSld">
      <pc:chgData name="Lavender B. Wilson" userId="S::wil81891@pennwest.edu::983a4de1-fa1a-4b3b-a3ea-0407ab083b1d" providerId="AD" clId="Web-{4DC0FF72-331F-1675-02B7-1E2E57EDA20D}" dt="2026-04-13T03:23:28.034" v="99" actId="20577"/>
      <pc:docMkLst>
        <pc:docMk/>
      </pc:docMkLst>
      <pc:sldChg chg="modSp">
        <pc:chgData name="Lavender B. Wilson" userId="S::wil81891@pennwest.edu::983a4de1-fa1a-4b3b-a3ea-0407ab083b1d" providerId="AD" clId="Web-{4DC0FF72-331F-1675-02B7-1E2E57EDA20D}" dt="2026-04-13T03:22:02.947" v="6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4DC0FF72-331F-1675-02B7-1E2E57EDA20D}" dt="2026-04-13T03:22:02.947" v="6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4DC0FF72-331F-1675-02B7-1E2E57EDA20D}" dt="2026-04-13T03:23:28.034" v="99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4DC0FF72-331F-1675-02B7-1E2E57EDA20D}" dt="2026-04-13T03:23:03.501" v="66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4DC0FF72-331F-1675-02B7-1E2E57EDA20D}" dt="2026-04-13T03:23:28.034" v="99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9872691D-AA6B-B9CB-4F95-A606A2F8D181}"/>
    <pc:docChg chg="addSld delSld modSld sldOrd">
      <pc:chgData name="Samuel Persinger" userId="S::per6690@pennwest.edu::f27f3664-de55-47d6-b32d-d7b37ddfa4be" providerId="AD" clId="Web-{9872691D-AA6B-B9CB-4F95-A606A2F8D181}" dt="2026-03-16T13:34:46.947" v="114" actId="1076"/>
      <pc:docMkLst>
        <pc:docMk/>
      </pc:docMkLst>
      <pc:sldChg chg="modSp">
        <pc:chgData name="Samuel Persinger" userId="S::per6690@pennwest.edu::f27f3664-de55-47d6-b32d-d7b37ddfa4be" providerId="AD" clId="Web-{9872691D-AA6B-B9CB-4F95-A606A2F8D181}" dt="2026-03-16T13:03:48.819" v="23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9872691D-AA6B-B9CB-4F95-A606A2F8D181}" dt="2026-03-16T13:03:48.819" v="23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22:44.639" v="96" actId="20577"/>
        <pc:sldMkLst>
          <pc:docMk/>
          <pc:sldMk cId="958039725" sldId="260"/>
        </pc:sldMkLst>
        <pc:spChg chg="mod">
          <ac:chgData name="Samuel Persinger" userId="S::per6690@pennwest.edu::f27f3664-de55-47d6-b32d-d7b37ddfa4be" providerId="AD" clId="Web-{9872691D-AA6B-B9CB-4F95-A606A2F8D181}" dt="2026-03-16T13:22:44.639" v="96" actId="20577"/>
          <ac:spMkLst>
            <pc:docMk/>
            <pc:sldMk cId="958039725" sldId="260"/>
            <ac:spMk id="2" creationId="{5E84D5B1-A123-4039-AB25-D807F21A5F1F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17:31.515" v="82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9872691D-AA6B-B9CB-4F95-A606A2F8D181}" dt="2026-03-16T13:17:31.515" v="82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9872691D-AA6B-B9CB-4F95-A606A2F8D181}" dt="2026-03-16T13:04:03.506" v="46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9872691D-AA6B-B9CB-4F95-A606A2F8D181}" dt="2026-03-16T13:04:03.506" v="46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9872691D-AA6B-B9CB-4F95-A606A2F8D181}" dt="2026-03-16T13:03:43.631" v="18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modSp">
        <pc:chgData name="Samuel Persinger" userId="S::per6690@pennwest.edu::f27f3664-de55-47d6-b32d-d7b37ddfa4be" providerId="AD" clId="Web-{9872691D-AA6B-B9CB-4F95-A606A2F8D181}" dt="2026-03-16T13:17:01.890" v="62" actId="20577"/>
        <pc:sldMkLst>
          <pc:docMk/>
          <pc:sldMk cId="816210219" sldId="266"/>
        </pc:sldMkLst>
      </pc:sldChg>
      <pc:sldChg chg="addSp delSp modSp new ord">
        <pc:chgData name="Samuel Persinger" userId="S::per6690@pennwest.edu::f27f3664-de55-47d6-b32d-d7b37ddfa4be" providerId="AD" clId="Web-{9872691D-AA6B-B9CB-4F95-A606A2F8D181}" dt="2026-03-16T13:34:46.947" v="114" actId="1076"/>
        <pc:sldMkLst>
          <pc:docMk/>
          <pc:sldMk cId="3218854293" sldId="268"/>
        </pc:sldMkLst>
        <pc:spChg chg="mod">
          <ac:chgData name="Samuel Persinger" userId="S::per6690@pennwest.edu::f27f3664-de55-47d6-b32d-d7b37ddfa4be" providerId="AD" clId="Web-{9872691D-AA6B-B9CB-4F95-A606A2F8D181}" dt="2026-03-16T13:22:41.671" v="95" actId="20577"/>
          <ac:spMkLst>
            <pc:docMk/>
            <pc:sldMk cId="3218854293" sldId="268"/>
            <ac:spMk id="2" creationId="{A733F693-20C8-F1E9-6973-7DB0F898226E}"/>
          </ac:spMkLst>
        </pc:spChg>
      </pc:sldChg>
    </pc:docChg>
  </pc:docChgLst>
  <pc:docChgLst>
    <pc:chgData clId="Web-{9872691D-AA6B-B9CB-4F95-A606A2F8D181}"/>
    <pc:docChg chg="modSld">
      <pc:chgData name="" userId="" providerId="" clId="Web-{9872691D-AA6B-B9CB-4F95-A606A2F8D181}" dt="2026-03-16T13:03:19.663" v="0" actId="20577"/>
      <pc:docMkLst>
        <pc:docMk/>
      </pc:docMkLst>
      <pc:sldChg chg="modSp">
        <pc:chgData name="" userId="" providerId="" clId="Web-{9872691D-AA6B-B9CB-4F95-A606A2F8D181}" dt="2026-03-16T13:03:19.663" v="0" actId="20577"/>
        <pc:sldMkLst>
          <pc:docMk/>
          <pc:sldMk cId="235494819" sldId="259"/>
        </pc:sldMkLst>
        <pc:spChg chg="mod">
          <ac:chgData name="" userId="" providerId="" clId="Web-{9872691D-AA6B-B9CB-4F95-A606A2F8D181}" dt="2026-03-16T13:03:19.663" v="0" actId="20577"/>
          <ac:spMkLst>
            <pc:docMk/>
            <pc:sldMk cId="235494819" sldId="259"/>
            <ac:spMk id="3" creationId="{CBA68C39-6463-1024-5137-BF66DD483C63}"/>
          </ac:spMkLst>
        </pc:spChg>
      </pc:sldChg>
    </pc:docChg>
  </pc:docChgLst>
  <pc:docChgLst>
    <pc:chgData name="Ethan P. Janovich" userId="234861c4-535e-431c-9aa7-95bb4533e226" providerId="ADAL" clId="{79425B1F-E787-4A95-91BF-46B89E2A962D}"/>
    <pc:docChg chg="undo custSel addSld delSld modSld sldOrd">
      <pc:chgData name="Ethan P. Janovich" userId="234861c4-535e-431c-9aa7-95bb4533e226" providerId="ADAL" clId="{79425B1F-E787-4A95-91BF-46B89E2A962D}" dt="2026-04-06T12:40:08.751" v="4862" actId="14100"/>
      <pc:docMkLst>
        <pc:docMk/>
      </pc:docMkLst>
      <pc:sldChg chg="modSp mod">
        <pc:chgData name="Ethan P. Janovich" userId="234861c4-535e-431c-9aa7-95bb4533e226" providerId="ADAL" clId="{79425B1F-E787-4A95-91BF-46B89E2A962D}" dt="2026-04-04T15:29:55.158" v="4791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79425B1F-E787-4A95-91BF-46B89E2A962D}" dt="2026-04-04T15:29:55.158" v="4791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79425B1F-E787-4A95-91BF-46B89E2A962D}" dt="2026-04-04T15:21:19.306" v="4351" actId="20577"/>
        <pc:sldMkLst>
          <pc:docMk/>
          <pc:sldMk cId="235494819" sldId="259"/>
        </pc:sldMkLst>
        <pc:spChg chg="mod">
          <ac:chgData name="Ethan P. Janovich" userId="234861c4-535e-431c-9aa7-95bb4533e226" providerId="ADAL" clId="{79425B1F-E787-4A95-91BF-46B89E2A962D}" dt="2026-04-04T15:21:19.306" v="4351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addSp delSp modSp mod">
        <pc:chgData name="Ethan P. Janovich" userId="234861c4-535e-431c-9aa7-95bb4533e226" providerId="ADAL" clId="{79425B1F-E787-4A95-91BF-46B89E2A962D}" dt="2026-04-06T12:35:29.958" v="4850" actId="20577"/>
        <pc:sldMkLst>
          <pc:docMk/>
          <pc:sldMk cId="958039725" sldId="260"/>
        </pc:sldMkLst>
        <pc:spChg chg="mo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" creationId="{5E84D5B1-A123-4039-AB25-D807F21A5F1F}"/>
          </ac:spMkLst>
        </pc:spChg>
        <pc:spChg chg="add mod">
          <ac:chgData name="Ethan P. Janovich" userId="234861c4-535e-431c-9aa7-95bb4533e226" providerId="ADAL" clId="{79425B1F-E787-4A95-91BF-46B89E2A962D}" dt="2026-04-06T12:35:29.958" v="4850" actId="20577"/>
          <ac:spMkLst>
            <pc:docMk/>
            <pc:sldMk cId="958039725" sldId="260"/>
            <ac:spMk id="21" creationId="{DDE0D429-FA12-88BD-C182-56C812C2E370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4" creationId="{40F9F56E-5A69-4F79-A578-5963B46C141E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6" creationId="{E99323BC-1B70-447E-A2E4-BD7851671A1E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28" creationId="{1FFF5263-8C19-4573-8C94-FC74D1ED10D8}"/>
          </ac:spMkLst>
        </pc:spChg>
        <pc:spChg chg="add">
          <ac:chgData name="Ethan P. Janovich" userId="234861c4-535e-431c-9aa7-95bb4533e226" providerId="ADAL" clId="{79425B1F-E787-4A95-91BF-46B89E2A962D}" dt="2026-03-14T22:11:42.077" v="1148" actId="26606"/>
          <ac:spMkLst>
            <pc:docMk/>
            <pc:sldMk cId="958039725" sldId="260"/>
            <ac:spMk id="36" creationId="{5EC04BFF-C178-43B0-9567-EEA423F5C130}"/>
          </ac:spMkLst>
        </pc:spChg>
        <pc:grpChg chg="add">
          <ac:chgData name="Ethan P. Janovich" userId="234861c4-535e-431c-9aa7-95bb4533e226" providerId="ADAL" clId="{79425B1F-E787-4A95-91BF-46B89E2A962D}" dt="2026-03-14T22:11:42.077" v="1148" actId="26606"/>
          <ac:grpSpMkLst>
            <pc:docMk/>
            <pc:sldMk cId="958039725" sldId="260"/>
            <ac:grpSpMk id="30" creationId="{A02066EC-92CE-4F17-AB46-346119D15C6A}"/>
          </ac:grpSpMkLst>
        </pc:grpChg>
        <pc:picChg chg="add mod">
          <ac:chgData name="Ethan P. Janovich" userId="234861c4-535e-431c-9aa7-95bb4533e226" providerId="ADAL" clId="{79425B1F-E787-4A95-91BF-46B89E2A962D}" dt="2026-03-14T22:11:42.077" v="1148" actId="26606"/>
          <ac:picMkLst>
            <pc:docMk/>
            <pc:sldMk cId="958039725" sldId="260"/>
            <ac:picMk id="7" creationId="{B8EE0BA4-B38E-40B3-12AE-097A0C422A36}"/>
          </ac:picMkLst>
        </pc:picChg>
      </pc:sldChg>
      <pc:sldChg chg="modSp mod ord">
        <pc:chgData name="Ethan P. Janovich" userId="234861c4-535e-431c-9aa7-95bb4533e226" providerId="ADAL" clId="{79425B1F-E787-4A95-91BF-46B89E2A962D}" dt="2026-04-04T15:20:45.399" v="4325" actId="20577"/>
        <pc:sldMkLst>
          <pc:docMk/>
          <pc:sldMk cId="688135998" sldId="261"/>
        </pc:sldMkLst>
        <pc:spChg chg="mod">
          <ac:chgData name="Ethan P. Janovich" userId="234861c4-535e-431c-9aa7-95bb4533e226" providerId="ADAL" clId="{79425B1F-E787-4A95-91BF-46B89E2A962D}" dt="2026-04-04T15:20:45.399" v="4325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 mod">
        <pc:chgData name="Ethan P. Janovich" userId="234861c4-535e-431c-9aa7-95bb4533e226" providerId="ADAL" clId="{79425B1F-E787-4A95-91BF-46B89E2A962D}" dt="2026-04-05T22:41:17.016" v="4845" actId="20577"/>
        <pc:sldMkLst>
          <pc:docMk/>
          <pc:sldMk cId="2440117310" sldId="262"/>
        </pc:sldMkLst>
        <pc:spChg chg="mod">
          <ac:chgData name="Ethan P. Janovich" userId="234861c4-535e-431c-9aa7-95bb4533e226" providerId="ADAL" clId="{79425B1F-E787-4A95-91BF-46B89E2A962D}" dt="2026-04-05T22:26:47.463" v="4838" actId="5793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Ethan P. Janovich" userId="234861c4-535e-431c-9aa7-95bb4533e226" providerId="ADAL" clId="{79425B1F-E787-4A95-91BF-46B89E2A962D}" dt="2026-04-05T22:41:17.016" v="4845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mod modAnim">
        <pc:chgData name="Ethan P. Janovich" userId="234861c4-535e-431c-9aa7-95bb4533e226" providerId="ADAL" clId="{79425B1F-E787-4A95-91BF-46B89E2A962D}" dt="2026-04-05T23:58:18.856" v="4847" actId="5793"/>
        <pc:sldMkLst>
          <pc:docMk/>
          <pc:sldMk cId="816210219" sldId="266"/>
        </pc:sldMkLst>
        <pc:spChg chg="mod">
          <ac:chgData name="Ethan P. Janovich" userId="234861c4-535e-431c-9aa7-95bb4533e226" providerId="ADAL" clId="{79425B1F-E787-4A95-91BF-46B89E2A962D}" dt="2026-04-04T15:13:17.743" v="3600" actId="20577"/>
          <ac:spMkLst>
            <pc:docMk/>
            <pc:sldMk cId="816210219" sldId="266"/>
            <ac:spMk id="2" creationId="{3D5A341D-08C9-A3CF-5D81-42FEB748D1CE}"/>
          </ac:spMkLst>
        </pc:spChg>
      </pc:sldChg>
      <pc:sldChg chg="addSp delSp modSp mod">
        <pc:chgData name="Ethan P. Janovich" userId="234861c4-535e-431c-9aa7-95bb4533e226" providerId="ADAL" clId="{79425B1F-E787-4A95-91BF-46B89E2A962D}" dt="2026-04-06T12:40:08.751" v="4862" actId="14100"/>
        <pc:sldMkLst>
          <pc:docMk/>
          <pc:sldMk cId="3218854293" sldId="268"/>
        </pc:sldMkLst>
        <pc:picChg chg="add mod ord">
          <ac:chgData name="Ethan P. Janovich" userId="234861c4-535e-431c-9aa7-95bb4533e226" providerId="ADAL" clId="{79425B1F-E787-4A95-91BF-46B89E2A962D}" dt="2026-04-06T12:40:08.751" v="4862" actId="14100"/>
          <ac:picMkLst>
            <pc:docMk/>
            <pc:sldMk cId="3218854293" sldId="268"/>
            <ac:picMk id="5" creationId="{42F7EA1D-C51E-6398-AF04-843DB3B44364}"/>
          </ac:picMkLst>
        </pc:picChg>
        <pc:picChg chg="add mod">
          <ac:chgData name="Ethan P. Janovich" userId="234861c4-535e-431c-9aa7-95bb4533e226" providerId="ADAL" clId="{79425B1F-E787-4A95-91BF-46B89E2A962D}" dt="2026-04-06T12:39:57.810" v="4861" actId="14100"/>
          <ac:picMkLst>
            <pc:docMk/>
            <pc:sldMk cId="3218854293" sldId="268"/>
            <ac:picMk id="7" creationId="{239AF634-DBF4-98E9-712A-8D283872F08C}"/>
          </ac:picMkLst>
        </pc:picChg>
      </pc:sldChg>
    </pc:docChg>
  </pc:docChgLst>
  <pc:docChgLst>
    <pc:chgData name="Lavender B. Wilson" userId="S::wil81891@pennwest.edu::983a4de1-fa1a-4b3b-a3ea-0407ab083b1d" providerId="AD" clId="Web-{8EDD3DA9-F796-71F4-D82D-818DE3CB6764}"/>
    <pc:docChg chg="delSld modSld">
      <pc:chgData name="Lavender B. Wilson" userId="S::wil81891@pennwest.edu::983a4de1-fa1a-4b3b-a3ea-0407ab083b1d" providerId="AD" clId="Web-{8EDD3DA9-F796-71F4-D82D-818DE3CB6764}" dt="2026-03-30T04:57:15.321" v="120" actId="20577"/>
      <pc:docMkLst>
        <pc:docMk/>
      </pc:docMkLst>
      <pc:sldChg chg="modSp">
        <pc:chgData name="Lavender B. Wilson" userId="S::wil81891@pennwest.edu::983a4de1-fa1a-4b3b-a3ea-0407ab083b1d" providerId="AD" clId="Web-{8EDD3DA9-F796-71F4-D82D-818DE3CB6764}" dt="2026-03-30T04:56:00.504" v="44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8EDD3DA9-F796-71F4-D82D-818DE3CB6764}" dt="2026-03-30T04:56:00.504" v="44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8EDD3DA9-F796-71F4-D82D-818DE3CB6764}" dt="2026-03-30T04:57:15.321" v="120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8EDD3DA9-F796-71F4-D82D-818DE3CB6764}" dt="2026-03-30T04:57:15.321" v="120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8EDD3DA9-F796-71F4-D82D-818DE3CB6764}" dt="2026-03-30T04:56:49.054" v="108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8EDD3DA9-F796-71F4-D82D-818DE3CB6764}" dt="2026-03-30T04:56:34.413" v="72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8EDD3DA9-F796-71F4-D82D-818DE3CB6764}" dt="2026-03-30T04:56:49.054" v="108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82AA5EB1-2562-893A-865A-5A58EA92B7A8}"/>
    <pc:docChg chg="addSld delSld modSld">
      <pc:chgData name="Samuel Persinger" userId="S::per6690@pennwest.edu::f27f3664-de55-47d6-b32d-d7b37ddfa4be" providerId="AD" clId="Web-{82AA5EB1-2562-893A-865A-5A58EA92B7A8}" dt="2026-03-23T13:05:00.960" v="300" actId="20577"/>
      <pc:docMkLst>
        <pc:docMk/>
      </pc:docMkLst>
    </pc:docChg>
  </pc:docChgLst>
  <pc:docChgLst>
    <pc:chgData name="Lavender B. Wilson" userId="S::wil81891@pennwest.edu::983a4de1-fa1a-4b3b-a3ea-0407ab083b1d" providerId="AD" clId="Web-{4AC31E19-1D4B-51AD-3871-23F9821720EE}"/>
    <pc:docChg chg="modSld">
      <pc:chgData name="Lavender B. Wilson" userId="S::wil81891@pennwest.edu::983a4de1-fa1a-4b3b-a3ea-0407ab083b1d" providerId="AD" clId="Web-{4AC31E19-1D4B-51AD-3871-23F9821720EE}" dt="2026-04-06T04:09:08.090" v="86" actId="20577"/>
      <pc:docMkLst>
        <pc:docMk/>
      </pc:docMkLst>
      <pc:sldChg chg="modSp">
        <pc:chgData name="Lavender B. Wilson" userId="S::wil81891@pennwest.edu::983a4de1-fa1a-4b3b-a3ea-0407ab083b1d" providerId="AD" clId="Web-{4AC31E19-1D4B-51AD-3871-23F9821720EE}" dt="2026-04-06T03:48:24.069" v="16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4AC31E19-1D4B-51AD-3871-23F9821720EE}" dt="2026-04-06T03:48:24.069" v="16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addSp modSp">
        <pc:chgData name="Lavender B. Wilson" userId="S::wil81891@pennwest.edu::983a4de1-fa1a-4b3b-a3ea-0407ab083b1d" providerId="AD" clId="Web-{4AC31E19-1D4B-51AD-3871-23F9821720EE}" dt="2026-04-06T03:48:29.834" v="18"/>
        <pc:sldMkLst>
          <pc:docMk/>
          <pc:sldMk cId="958039725" sldId="260"/>
        </pc:sldMkLst>
      </pc:sldChg>
      <pc:sldChg chg="modSp">
        <pc:chgData name="Lavender B. Wilson" userId="S::wil81891@pennwest.edu::983a4de1-fa1a-4b3b-a3ea-0407ab083b1d" providerId="AD" clId="Web-{4AC31E19-1D4B-51AD-3871-23F9821720EE}" dt="2026-04-06T04:09:08.090" v="86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4AC31E19-1D4B-51AD-3871-23F9821720EE}" dt="2026-04-06T04:09:04.324" v="77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4AC31E19-1D4B-51AD-3871-23F9821720EE}" dt="2026-04-06T04:09:08.090" v="86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f27f3664-de55-47d6-b32d-d7b37ddfa4be" providerId="ADAL" clId="{7DC3C62D-5CEF-4B39-8C87-8ED9FC9259A7}"/>
    <pc:docChg chg="custSel modSld">
      <pc:chgData name="Samuel Persinger" userId="f27f3664-de55-47d6-b32d-d7b37ddfa4be" providerId="ADAL" clId="{7DC3C62D-5CEF-4B39-8C87-8ED9FC9259A7}" dt="2026-03-23T12:54:06.825" v="77" actId="14100"/>
      <pc:docMkLst>
        <pc:docMk/>
      </pc:docMkLst>
    </pc:docChg>
  </pc:docChgLst>
  <pc:docChgLst>
    <pc:chgData name="Samuel Persinger" userId="S::per6690@pennwest.edu::f27f3664-de55-47d6-b32d-d7b37ddfa4be" providerId="AD" clId="Web-{41BA6692-7CCF-D5DD-9A90-7F151A2BB182}"/>
    <pc:docChg chg="addSld delSld modSld">
      <pc:chgData name="Samuel Persinger" userId="S::per6690@pennwest.edu::f27f3664-de55-47d6-b32d-d7b37ddfa4be" providerId="AD" clId="Web-{41BA6692-7CCF-D5DD-9A90-7F151A2BB182}" dt="2026-04-13T12:54:29.646" v="180" actId="1076"/>
      <pc:docMkLst>
        <pc:docMk/>
      </pc:docMkLst>
      <pc:sldChg chg="modSp">
        <pc:chgData name="Samuel Persinger" userId="S::per6690@pennwest.edu::f27f3664-de55-47d6-b32d-d7b37ddfa4be" providerId="AD" clId="Web-{41BA6692-7CCF-D5DD-9A90-7F151A2BB182}" dt="2026-04-13T12:44:26.936" v="18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41BA6692-7CCF-D5DD-9A90-7F151A2BB182}" dt="2026-04-13T12:44:26.936" v="1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41BA6692-7CCF-D5DD-9A90-7F151A2BB182}" dt="2026-04-13T12:49:29.802" v="167" actId="1076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41BA6692-7CCF-D5DD-9A90-7F151A2BB182}" dt="2026-04-13T12:49:29.770" v="165" actId="1076"/>
          <ac:spMkLst>
            <pc:docMk/>
            <pc:sldMk cId="2440117310" sldId="262"/>
            <ac:spMk id="2" creationId="{AE511074-E354-B751-1B21-44E10118E572}"/>
          </ac:spMkLst>
        </pc:spChg>
        <pc:spChg chg="mod">
          <ac:chgData name="Samuel Persinger" userId="S::per6690@pennwest.edu::f27f3664-de55-47d6-b32d-d7b37ddfa4be" providerId="AD" clId="Web-{41BA6692-7CCF-D5DD-9A90-7F151A2BB182}" dt="2026-04-13T12:49:29.786" v="166" actId="1076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41BA6692-7CCF-D5DD-9A90-7F151A2BB182}" dt="2026-04-13T12:49:29.802" v="167" actId="1076"/>
          <ac:spMkLst>
            <pc:docMk/>
            <pc:sldMk cId="2440117310" sldId="262"/>
            <ac:spMk id="7" creationId="{129F8835-9EFB-B113-AE2A-E0A5EF4033CC}"/>
          </ac:spMkLst>
        </pc:spChg>
      </pc:sldChg>
      <pc:sldChg chg="del">
        <pc:chgData name="Samuel Persinger" userId="S::per6690@pennwest.edu::f27f3664-de55-47d6-b32d-d7b37ddfa4be" providerId="AD" clId="Web-{41BA6692-7CCF-D5DD-9A90-7F151A2BB182}" dt="2026-04-13T12:48:38.410" v="135"/>
        <pc:sldMkLst>
          <pc:docMk/>
          <pc:sldMk cId="2052337340" sldId="269"/>
        </pc:sldMkLst>
      </pc:sldChg>
      <pc:sldChg chg="addSp delSp modSp add replId addAnim">
        <pc:chgData name="Samuel Persinger" userId="S::per6690@pennwest.edu::f27f3664-de55-47d6-b32d-d7b37ddfa4be" providerId="AD" clId="Web-{41BA6692-7CCF-D5DD-9A90-7F151A2BB182}" dt="2026-04-13T12:54:29.646" v="180" actId="1076"/>
        <pc:sldMkLst>
          <pc:docMk/>
          <pc:sldMk cId="3312324149" sldId="269"/>
        </pc:sldMkLst>
        <pc:spChg chg="mod">
          <ac:chgData name="Samuel Persinger" userId="S::per6690@pennwest.edu::f27f3664-de55-47d6-b32d-d7b37ddfa4be" providerId="AD" clId="Web-{41BA6692-7CCF-D5DD-9A90-7F151A2BB182}" dt="2026-04-13T12:52:38.528" v="175" actId="20577"/>
          <ac:spMkLst>
            <pc:docMk/>
            <pc:sldMk cId="3312324149" sldId="269"/>
            <ac:spMk id="2" creationId="{CB767E64-6A3B-4663-1735-25438B6B7618}"/>
          </ac:spMkLst>
        </pc:spChg>
        <pc:spChg chg="add mod">
          <ac:chgData name="Samuel Persinger" userId="S::per6690@pennwest.edu::f27f3664-de55-47d6-b32d-d7b37ddfa4be" providerId="AD" clId="Web-{41BA6692-7CCF-D5DD-9A90-7F151A2BB182}" dt="2026-04-13T12:52:25.495" v="171"/>
          <ac:spMkLst>
            <pc:docMk/>
            <pc:sldMk cId="3312324149" sldId="269"/>
            <ac:spMk id="4" creationId="{A6168E1F-F589-D3A7-3A43-2190BCDBBF17}"/>
          </ac:spMkLst>
        </pc:spChg>
        <pc:picChg chg="add mod">
          <ac:chgData name="Samuel Persinger" userId="S::per6690@pennwest.edu::f27f3664-de55-47d6-b32d-d7b37ddfa4be" providerId="AD" clId="Web-{41BA6692-7CCF-D5DD-9A90-7F151A2BB182}" dt="2026-04-13T12:54:29.646" v="180" actId="1076"/>
          <ac:picMkLst>
            <pc:docMk/>
            <pc:sldMk cId="3312324149" sldId="269"/>
            <ac:picMk id="5" creationId="{A0FEB42F-5B07-474A-477B-0DF1AAB86B9A}"/>
          </ac:picMkLst>
        </pc:picChg>
        <pc:picChg chg="del">
          <ac:chgData name="Samuel Persinger" userId="S::per6690@pennwest.edu::f27f3664-de55-47d6-b32d-d7b37ddfa4be" providerId="AD" clId="Web-{41BA6692-7CCF-D5DD-9A90-7F151A2BB182}" dt="2026-04-13T12:52:25.495" v="171"/>
          <ac:picMkLst>
            <pc:docMk/>
            <pc:sldMk cId="3312324149" sldId="269"/>
            <ac:picMk id="11" creationId="{A35E2980-B5E8-4C57-F407-5DBE55D5CA70}"/>
          </ac:picMkLst>
        </pc:picChg>
        <pc:picChg chg="del">
          <ac:chgData name="Samuel Persinger" userId="S::per6690@pennwest.edu::f27f3664-de55-47d6-b32d-d7b37ddfa4be" providerId="AD" clId="Web-{41BA6692-7CCF-D5DD-9A90-7F151A2BB182}" dt="2026-04-13T12:52:25.433" v="170"/>
          <ac:picMkLst>
            <pc:docMk/>
            <pc:sldMk cId="3312324149" sldId="269"/>
            <ac:picMk id="15" creationId="{0978506B-DAD2-808C-0D28-3B9EEFF86543}"/>
          </ac:picMkLst>
        </pc:picChg>
      </pc:sldChg>
      <pc:sldChg chg="del">
        <pc:chgData name="Samuel Persinger" userId="S::per6690@pennwest.edu::f27f3664-de55-47d6-b32d-d7b37ddfa4be" providerId="AD" clId="Web-{41BA6692-7CCF-D5DD-9A90-7F151A2BB182}" dt="2026-04-13T12:49:44.646" v="168"/>
        <pc:sldMkLst>
          <pc:docMk/>
          <pc:sldMk cId="1884450076" sldId="270"/>
        </pc:sldMkLst>
      </pc:sldChg>
      <pc:sldChg chg="del">
        <pc:chgData name="Samuel Persinger" userId="S::per6690@pennwest.edu::f27f3664-de55-47d6-b32d-d7b37ddfa4be" providerId="AD" clId="Web-{41BA6692-7CCF-D5DD-9A90-7F151A2BB182}" dt="2026-04-13T12:48:16.832" v="134"/>
        <pc:sldMkLst>
          <pc:docMk/>
          <pc:sldMk cId="2776875286" sldId="271"/>
        </pc:sldMkLst>
      </pc:sldChg>
      <pc:sldChg chg="del">
        <pc:chgData name="Samuel Persinger" userId="S::per6690@pennwest.edu::f27f3664-de55-47d6-b32d-d7b37ddfa4be" providerId="AD" clId="Web-{41BA6692-7CCF-D5DD-9A90-7F151A2BB182}" dt="2026-04-13T12:48:41.004" v="136"/>
        <pc:sldMkLst>
          <pc:docMk/>
          <pc:sldMk cId="2486656257" sldId="272"/>
        </pc:sldMkLst>
      </pc:sldChg>
    </pc:docChg>
  </pc:docChgLst>
  <pc:docChgLst>
    <pc:chgData name="Samuel Persinger" userId="S::per6690@pennwest.edu::f27f3664-de55-47d6-b32d-d7b37ddfa4be" providerId="AD" clId="Web-{83F57618-0CFF-DEB8-3A47-CDCFC05C9B32}"/>
    <pc:docChg chg="addSld modSld sldOrd">
      <pc:chgData name="Samuel Persinger" userId="S::per6690@pennwest.edu::f27f3664-de55-47d6-b32d-d7b37ddfa4be" providerId="AD" clId="Web-{83F57618-0CFF-DEB8-3A47-CDCFC05C9B32}" dt="2026-04-06T13:11:06.988" v="336" actId="20577"/>
      <pc:docMkLst>
        <pc:docMk/>
      </pc:docMkLst>
      <pc:sldChg chg="modSp">
        <pc:chgData name="Samuel Persinger" userId="S::per6690@pennwest.edu::f27f3664-de55-47d6-b32d-d7b37ddfa4be" providerId="AD" clId="Web-{83F57618-0CFF-DEB8-3A47-CDCFC05C9B32}" dt="2026-04-06T12:56:14.106" v="117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83F57618-0CFF-DEB8-3A47-CDCFC05C9B32}" dt="2026-04-06T12:56:14.106" v="117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83F57618-0CFF-DEB8-3A47-CDCFC05C9B32}" dt="2026-04-06T12:54:21.745" v="109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83F57618-0CFF-DEB8-3A47-CDCFC05C9B32}" dt="2026-04-06T12:54:02.948" v="88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83F57618-0CFF-DEB8-3A47-CDCFC05C9B32}" dt="2026-04-06T12:54:21.745" v="109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D31AF86E-3F21-16A0-2182-B8CED72E8B7E}"/>
    <pc:docChg chg="addSld delSld modSld">
      <pc:chgData name="Samuel Persinger" userId="S::per6690@pennwest.edu::f27f3664-de55-47d6-b32d-d7b37ddfa4be" providerId="AD" clId="Web-{D31AF86E-3F21-16A0-2182-B8CED72E8B7E}" dt="2026-03-30T13:16:45.833" v="233" actId="20577"/>
      <pc:docMkLst>
        <pc:docMk/>
      </pc:docMkLst>
      <pc:sldChg chg="modSp">
        <pc:chgData name="Samuel Persinger" userId="S::per6690@pennwest.edu::f27f3664-de55-47d6-b32d-d7b37ddfa4be" providerId="AD" clId="Web-{D31AF86E-3F21-16A0-2182-B8CED72E8B7E}" dt="2026-03-30T12:43:03.682" v="135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D31AF86E-3F21-16A0-2182-B8CED72E8B7E}" dt="2026-03-30T12:43:03.682" v="135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3:16:45.833" v="233" actId="20577"/>
        <pc:sldMkLst>
          <pc:docMk/>
          <pc:sldMk cId="958039725" sldId="260"/>
        </pc:sldMkLst>
        <pc:spChg chg="mod">
          <ac:chgData name="Samuel Persinger" userId="S::per6690@pennwest.edu::f27f3664-de55-47d6-b32d-d7b37ddfa4be" providerId="AD" clId="Web-{D31AF86E-3F21-16A0-2182-B8CED72E8B7E}" dt="2026-03-30T13:16:45.833" v="233" actId="20577"/>
          <ac:spMkLst>
            <pc:docMk/>
            <pc:sldMk cId="958039725" sldId="260"/>
            <ac:spMk id="21" creationId="{DDE0D429-FA12-88BD-C182-56C812C2E370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2:41:32.260" v="120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D31AF86E-3F21-16A0-2182-B8CED72E8B7E}" dt="2026-03-30T12:41:32.260" v="120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2:35:59.760" v="96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D31AF86E-3F21-16A0-2182-B8CED72E8B7E}" dt="2026-03-30T12:35:50.041" v="75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D31AF86E-3F21-16A0-2182-B8CED72E8B7E}" dt="2026-03-30T12:35:59.760" v="96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Ethan P. Janovich" userId="234861c4-535e-431c-9aa7-95bb4533e226" providerId="ADAL" clId="{27A5A6FE-668B-49C6-A978-A6D4810CB91F}"/>
    <pc:docChg chg="undo custSel addSld delSld modSld">
      <pc:chgData name="Ethan P. Janovich" userId="234861c4-535e-431c-9aa7-95bb4533e226" providerId="ADAL" clId="{27A5A6FE-668B-49C6-A978-A6D4810CB91F}" dt="2026-04-12T14:38:42.930" v="1733" actId="20577"/>
      <pc:docMkLst>
        <pc:docMk/>
      </pc:docMkLst>
      <pc:sldChg chg="modSp mod">
        <pc:chgData name="Ethan P. Janovich" userId="234861c4-535e-431c-9aa7-95bb4533e226" providerId="ADAL" clId="{27A5A6FE-668B-49C6-A978-A6D4810CB91F}" dt="2026-04-12T14:18:32.940" v="886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27A5A6FE-668B-49C6-A978-A6D4810CB91F}" dt="2026-04-12T14:18:32.940" v="886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27A5A6FE-668B-49C6-A978-A6D4810CB91F}" dt="2026-04-12T14:38:42.930" v="1733" actId="20577"/>
        <pc:sldMkLst>
          <pc:docMk/>
          <pc:sldMk cId="688135998" sldId="261"/>
        </pc:sldMkLst>
        <pc:spChg chg="mod">
          <ac:chgData name="Ethan P. Janovich" userId="234861c4-535e-431c-9aa7-95bb4533e226" providerId="ADAL" clId="{27A5A6FE-668B-49C6-A978-A6D4810CB91F}" dt="2026-04-12T14:38:42.930" v="1733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 mod">
        <pc:chgData name="Ethan P. Janovich" userId="234861c4-535e-431c-9aa7-95bb4533e226" providerId="ADAL" clId="{27A5A6FE-668B-49C6-A978-A6D4810CB91F}" dt="2026-04-12T14:32:18.081" v="1610" actId="5793"/>
        <pc:sldMkLst>
          <pc:docMk/>
          <pc:sldMk cId="2440117310" sldId="262"/>
        </pc:sldMkLst>
        <pc:spChg chg="mod">
          <ac:chgData name="Ethan P. Janovich" userId="234861c4-535e-431c-9aa7-95bb4533e226" providerId="ADAL" clId="{27A5A6FE-668B-49C6-A978-A6D4810CB91F}" dt="2026-04-12T14:32:18.081" v="1610" actId="5793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Ethan P. Janovich" userId="234861c4-535e-431c-9aa7-95bb4533e226" providerId="ADAL" clId="{27A5A6FE-668B-49C6-A978-A6D4810CB91F}" dt="2026-04-12T14:28:55.725" v="1518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mod setBg delAnim modAnim">
        <pc:chgData name="Ethan P. Janovich" userId="234861c4-535e-431c-9aa7-95bb4533e226" providerId="ADAL" clId="{27A5A6FE-668B-49C6-A978-A6D4810CB91F}" dt="2026-04-12T14:34:52.231" v="1662" actId="14100"/>
        <pc:sldMkLst>
          <pc:docMk/>
          <pc:sldMk cId="816210219" sldId="266"/>
        </pc:sldMkLst>
        <pc:spChg chg="mod ord">
          <ac:chgData name="Ethan P. Janovich" userId="234861c4-535e-431c-9aa7-95bb4533e226" providerId="ADAL" clId="{27A5A6FE-668B-49C6-A978-A6D4810CB91F}" dt="2026-04-12T14:34:31.374" v="1658" actId="26606"/>
          <ac:spMkLst>
            <pc:docMk/>
            <pc:sldMk cId="816210219" sldId="266"/>
            <ac:spMk id="2" creationId="{3D5A341D-08C9-A3CF-5D81-42FEB748D1CE}"/>
          </ac:spMkLst>
        </pc:spChg>
        <pc:spChg chg="add del mod">
          <ac:chgData name="Ethan P. Janovich" userId="234861c4-535e-431c-9aa7-95bb4533e226" providerId="ADAL" clId="{27A5A6FE-668B-49C6-A978-A6D4810CB91F}" dt="2026-04-12T14:32:53.361" v="1647" actId="931"/>
          <ac:spMkLst>
            <pc:docMk/>
            <pc:sldMk cId="816210219" sldId="266"/>
            <ac:spMk id="5" creationId="{8CFB58D6-A31B-1DAA-2D7E-0F8BF46B36C9}"/>
          </ac:spMkLst>
        </pc:spChg>
        <pc:spChg chg="add del mod">
          <ac:chgData name="Ethan P. Janovich" userId="234861c4-535e-431c-9aa7-95bb4533e226" providerId="ADAL" clId="{27A5A6FE-668B-49C6-A978-A6D4810CB91F}" dt="2026-04-12T14:33:16.423" v="1651" actId="931"/>
          <ac:spMkLst>
            <pc:docMk/>
            <pc:sldMk cId="816210219" sldId="266"/>
            <ac:spMk id="9" creationId="{9F12261C-E68E-7EDD-35AD-7E0A4804EA07}"/>
          </ac:spMkLst>
        </pc:spChg>
        <pc:spChg chg="add">
          <ac:chgData name="Ethan P. Janovich" userId="234861c4-535e-431c-9aa7-95bb4533e226" providerId="ADAL" clId="{27A5A6FE-668B-49C6-A978-A6D4810CB91F}" dt="2026-04-12T14:34:31.374" v="1658" actId="26606"/>
          <ac:spMkLst>
            <pc:docMk/>
            <pc:sldMk cId="816210219" sldId="266"/>
            <ac:spMk id="26" creationId="{F341B9C2-0FBF-4B4B-A902-1AFFD384E700}"/>
          </ac:spMkLst>
        </pc:spChg>
        <pc:grpChg chg="add">
          <ac:chgData name="Ethan P. Janovich" userId="234861c4-535e-431c-9aa7-95bb4533e226" providerId="ADAL" clId="{27A5A6FE-668B-49C6-A978-A6D4810CB91F}" dt="2026-04-12T14:34:31.374" v="1658" actId="26606"/>
          <ac:grpSpMkLst>
            <pc:docMk/>
            <pc:sldMk cId="816210219" sldId="266"/>
            <ac:grpSpMk id="20" creationId="{23F5135F-115E-423C-BE4A-B56C35DC9F3E}"/>
          </ac:grpSpMkLst>
        </pc:grpChg>
        <pc:grpChg chg="add">
          <ac:chgData name="Ethan P. Janovich" userId="234861c4-535e-431c-9aa7-95bb4533e226" providerId="ADAL" clId="{27A5A6FE-668B-49C6-A978-A6D4810CB91F}" dt="2026-04-12T14:34:31.374" v="1658" actId="26606"/>
          <ac:grpSpMkLst>
            <pc:docMk/>
            <pc:sldMk cId="816210219" sldId="266"/>
            <ac:grpSpMk id="28" creationId="{148C62AE-4335-48B4-936F-B2E13421D6B8}"/>
          </ac:grpSpMkLst>
        </pc:grpChg>
        <pc:picChg chg="add del mod">
          <ac:chgData name="Ethan P. Janovich" userId="234861c4-535e-431c-9aa7-95bb4533e226" providerId="ADAL" clId="{27A5A6FE-668B-49C6-A978-A6D4810CB91F}" dt="2026-04-12T14:32:36.499" v="1646" actId="478"/>
          <ac:picMkLst>
            <pc:docMk/>
            <pc:sldMk cId="816210219" sldId="266"/>
            <ac:picMk id="3" creationId="{BB3EC217-19D9-DDF9-D95C-22FE9D2DC490}"/>
          </ac:picMkLst>
        </pc:picChg>
        <pc:picChg chg="add del mod ord">
          <ac:chgData name="Ethan P. Janovich" userId="234861c4-535e-431c-9aa7-95bb4533e226" providerId="ADAL" clId="{27A5A6FE-668B-49C6-A978-A6D4810CB91F}" dt="2026-04-12T14:33:06.294" v="1650" actId="478"/>
          <ac:picMkLst>
            <pc:docMk/>
            <pc:sldMk cId="816210219" sldId="266"/>
            <ac:picMk id="7" creationId="{89DC8841-C80A-E292-A2E6-A6E05413C394}"/>
          </ac:picMkLst>
        </pc:picChg>
        <pc:picChg chg="add mod ord">
          <ac:chgData name="Ethan P. Janovich" userId="234861c4-535e-431c-9aa7-95bb4533e226" providerId="ADAL" clId="{27A5A6FE-668B-49C6-A978-A6D4810CB91F}" dt="2026-04-12T14:34:43.737" v="1660" actId="14100"/>
          <ac:picMkLst>
            <pc:docMk/>
            <pc:sldMk cId="816210219" sldId="266"/>
            <ac:picMk id="11" creationId="{82141482-AE43-6D34-2830-B642D363E185}"/>
          </ac:picMkLst>
        </pc:picChg>
        <pc:picChg chg="add del mod">
          <ac:chgData name="Ethan P. Janovich" userId="234861c4-535e-431c-9aa7-95bb4533e226" providerId="ADAL" clId="{27A5A6FE-668B-49C6-A978-A6D4810CB91F}" dt="2026-04-12T14:33:59.721" v="1656" actId="21"/>
          <ac:picMkLst>
            <pc:docMk/>
            <pc:sldMk cId="816210219" sldId="266"/>
            <ac:picMk id="13" creationId="{652EA27A-7046-35D9-DD11-B550CCAF53FD}"/>
          </ac:picMkLst>
        </pc:picChg>
        <pc:picChg chg="add mod">
          <ac:chgData name="Ethan P. Janovich" userId="234861c4-535e-431c-9aa7-95bb4533e226" providerId="ADAL" clId="{27A5A6FE-668B-49C6-A978-A6D4810CB91F}" dt="2026-04-12T14:34:52.231" v="1662" actId="14100"/>
          <ac:picMkLst>
            <pc:docMk/>
            <pc:sldMk cId="816210219" sldId="266"/>
            <ac:picMk id="15" creationId="{8F7B4355-BEAD-24CD-7316-D4B3F8A27DA5}"/>
          </ac:picMkLst>
        </pc:picChg>
      </pc:sldChg>
      <pc:sldChg chg="addSp delSp modSp mod">
        <pc:chgData name="Ethan P. Janovich" userId="234861c4-535e-431c-9aa7-95bb4533e226" providerId="ADAL" clId="{27A5A6FE-668B-49C6-A978-A6D4810CB91F}" dt="2026-04-12T14:37:46.467" v="1674" actId="478"/>
        <pc:sldMkLst>
          <pc:docMk/>
          <pc:sldMk cId="2052337340" sldId="269"/>
        </pc:sldMkLst>
        <pc:spChg chg="add del mod">
          <ac:chgData name="Ethan P. Janovich" userId="234861c4-535e-431c-9aa7-95bb4533e226" providerId="ADAL" clId="{27A5A6FE-668B-49C6-A978-A6D4810CB91F}" dt="2026-04-12T14:37:46.467" v="1674" actId="478"/>
          <ac:spMkLst>
            <pc:docMk/>
            <pc:sldMk cId="2052337340" sldId="269"/>
            <ac:spMk id="6" creationId="{5E5C72D6-9B55-57C3-C91D-68182FB13AA4}"/>
          </ac:spMkLst>
        </pc:spChg>
        <pc:picChg chg="add del">
          <ac:chgData name="Ethan P. Janovich" userId="234861c4-535e-431c-9aa7-95bb4533e226" providerId="ADAL" clId="{27A5A6FE-668B-49C6-A978-A6D4810CB91F}" dt="2026-04-12T14:37:46.467" v="1674" actId="478"/>
          <ac:picMkLst>
            <pc:docMk/>
            <pc:sldMk cId="2052337340" sldId="269"/>
            <ac:picMk id="3" creationId="{D0AF39E1-260D-4381-721E-907ED293BF31}"/>
          </ac:picMkLst>
        </pc:picChg>
        <pc:picChg chg="add del">
          <ac:chgData name="Ethan P. Janovich" userId="234861c4-535e-431c-9aa7-95bb4533e226" providerId="ADAL" clId="{27A5A6FE-668B-49C6-A978-A6D4810CB91F}" dt="2026-04-12T14:37:45.186" v="1673" actId="478"/>
          <ac:picMkLst>
            <pc:docMk/>
            <pc:sldMk cId="2052337340" sldId="269"/>
            <ac:picMk id="4" creationId="{620A8364-3403-C558-C150-B96A619D4BE1}"/>
          </ac:picMkLst>
        </pc:picChg>
      </pc:sldChg>
      <pc:sldChg chg="addSp delSp mod addAnim delAnim">
        <pc:chgData name="Ethan P. Janovich" userId="234861c4-535e-431c-9aa7-95bb4533e226" providerId="ADAL" clId="{27A5A6FE-668B-49C6-A978-A6D4810CB91F}" dt="2026-04-12T14:37:41.832" v="1670" actId="478"/>
        <pc:sldMkLst>
          <pc:docMk/>
          <pc:sldMk cId="1884450076" sldId="270"/>
        </pc:sldMkLst>
        <pc:picChg chg="add del">
          <ac:chgData name="Ethan P. Janovich" userId="234861c4-535e-431c-9aa7-95bb4533e226" providerId="ADAL" clId="{27A5A6FE-668B-49C6-A978-A6D4810CB91F}" dt="2026-04-12T14:37:41.832" v="1670" actId="478"/>
          <ac:picMkLst>
            <pc:docMk/>
            <pc:sldMk cId="1884450076" sldId="270"/>
            <ac:picMk id="4" creationId="{38AE02B0-61FD-3871-D1C0-AB736B5F18C1}"/>
          </ac:picMkLst>
        </pc:picChg>
      </pc:sldChg>
      <pc:sldChg chg="modSp mod">
        <pc:chgData name="Ethan P. Janovich" userId="234861c4-535e-431c-9aa7-95bb4533e226" providerId="ADAL" clId="{27A5A6FE-668B-49C6-A978-A6D4810CB91F}" dt="2026-04-12T14:29:43.989" v="1520" actId="20577"/>
        <pc:sldMkLst>
          <pc:docMk/>
          <pc:sldMk cId="2776875286" sldId="271"/>
        </pc:sldMkLst>
        <pc:spChg chg="mod">
          <ac:chgData name="Ethan P. Janovich" userId="234861c4-535e-431c-9aa7-95bb4533e226" providerId="ADAL" clId="{27A5A6FE-668B-49C6-A978-A6D4810CB91F}" dt="2026-04-12T14:29:40.651" v="1519" actId="20577"/>
          <ac:spMkLst>
            <pc:docMk/>
            <pc:sldMk cId="2776875286" sldId="271"/>
            <ac:spMk id="7" creationId="{E5A7C3B2-9138-8E00-F74F-7E988A315603}"/>
          </ac:spMkLst>
        </pc:spChg>
        <pc:spChg chg="mod">
          <ac:chgData name="Ethan P. Janovich" userId="234861c4-535e-431c-9aa7-95bb4533e226" providerId="ADAL" clId="{27A5A6FE-668B-49C6-A978-A6D4810CB91F}" dt="2026-04-12T14:29:43.989" v="1520" actId="20577"/>
          <ac:spMkLst>
            <pc:docMk/>
            <pc:sldMk cId="2776875286" sldId="271"/>
            <ac:spMk id="9" creationId="{A481DEA4-FC61-F26D-AF23-5FCD1E56BD23}"/>
          </ac:spMkLst>
        </pc:spChg>
      </pc:sldChg>
      <pc:sldChg chg="addSp delSp modSp add del mod">
        <pc:chgData name="Ethan P. Janovich" userId="234861c4-535e-431c-9aa7-95bb4533e226" providerId="ADAL" clId="{27A5A6FE-668B-49C6-A978-A6D4810CB91F}" dt="2026-04-12T14:37:44.504" v="1672" actId="478"/>
        <pc:sldMkLst>
          <pc:docMk/>
          <pc:sldMk cId="2486656257" sldId="272"/>
        </pc:sldMkLst>
        <pc:spChg chg="add del mod">
          <ac:chgData name="Ethan P. Janovich" userId="234861c4-535e-431c-9aa7-95bb4533e226" providerId="ADAL" clId="{27A5A6FE-668B-49C6-A978-A6D4810CB91F}" dt="2026-04-12T14:37:44.504" v="1672" actId="478"/>
          <ac:spMkLst>
            <pc:docMk/>
            <pc:sldMk cId="2486656257" sldId="272"/>
            <ac:spMk id="5" creationId="{B4C9CA35-F5B9-F868-1FEC-B3DEDCD29779}"/>
          </ac:spMkLst>
        </pc:spChg>
        <pc:picChg chg="add del">
          <ac:chgData name="Ethan P. Janovich" userId="234861c4-535e-431c-9aa7-95bb4533e226" providerId="ADAL" clId="{27A5A6FE-668B-49C6-A978-A6D4810CB91F}" dt="2026-04-12T14:37:44.504" v="1672" actId="478"/>
          <ac:picMkLst>
            <pc:docMk/>
            <pc:sldMk cId="2486656257" sldId="272"/>
            <ac:picMk id="4" creationId="{C620AC22-B742-1E6C-28D1-8E8C2C1D679D}"/>
          </ac:picMkLst>
        </pc:picChg>
      </pc:sldChg>
    </pc:docChg>
  </pc:docChgLst>
  <pc:docChgLst>
    <pc:chgData name="Lavender B. Wilson" userId="S::wil81891@pennwest.edu::983a4de1-fa1a-4b3b-a3ea-0407ab083b1d" providerId="AD" clId="Web-{6F8470F4-AA01-AF7E-F0B6-864409D69CFB}"/>
    <pc:docChg chg="addSld modSld">
      <pc:chgData name="Lavender B. Wilson" userId="S::wil81891@pennwest.edu::983a4de1-fa1a-4b3b-a3ea-0407ab083b1d" providerId="AD" clId="Web-{6F8470F4-AA01-AF7E-F0B6-864409D69CFB}" dt="2026-03-23T07:28:58.166" v="200" actId="1076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Week 13 Report</a:t>
            </a:r>
          </a:p>
          <a:p>
            <a:r>
              <a:rPr lang="en-US" sz="1500" dirty="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/>
              <a:t>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177" y="2302042"/>
            <a:ext cx="668818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dirty="0"/>
              <a:t>Compatible repeats and notifications when loading / saving </a:t>
            </a:r>
            <a:r>
              <a:rPr lang="en-US" sz="2000" dirty="0" err="1"/>
              <a:t>icalendar</a:t>
            </a:r>
            <a:r>
              <a:rPr lang="en-US" sz="2000" dirty="0"/>
              <a:t> file</a:t>
            </a:r>
          </a:p>
          <a:p>
            <a:pPr algn="ctr"/>
            <a:r>
              <a:rPr lang="en-US" sz="2000"/>
              <a:t>Windows </a:t>
            </a:r>
            <a:r>
              <a:rPr lang="en-US" sz="2000" err="1"/>
              <a:t>buil</a:t>
            </a:r>
            <a:r>
              <a:rPr lang="en-US" sz="2000"/>
              <a:t>d</a:t>
            </a:r>
          </a:p>
          <a:p>
            <a:pPr algn="ctr"/>
            <a:r>
              <a:rPr lang="en-US" sz="2000"/>
              <a:t>Android build</a:t>
            </a:r>
          </a:p>
          <a:p>
            <a:pPr algn="ctr"/>
            <a:r>
              <a:rPr lang="en-US" sz="2000"/>
              <a:t>Responsive UI</a:t>
            </a:r>
          </a:p>
          <a:p>
            <a:pPr algn="ctr"/>
            <a:r>
              <a:rPr lang="en-US" sz="2000"/>
              <a:t>Bug fixes + error handling</a:t>
            </a:r>
            <a:endParaRPr lang="en-US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-15875"/>
            <a:ext cx="9493249" cy="15779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Challenges and solutions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BBD9-8322-A65E-381E-DE079DC2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61411"/>
            <a:ext cx="4555958" cy="38541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Challenges:</a:t>
            </a:r>
          </a:p>
          <a:p>
            <a:pPr marL="342900" indent="-342900">
              <a:buAutoNum type="arabicPeriod"/>
            </a:pPr>
            <a:r>
              <a:rPr lang="en-US" sz="1800" dirty="0"/>
              <a:t>Windows and Linux build file paths (.</a:t>
            </a:r>
            <a:r>
              <a:rPr lang="en-US" sz="1800" dirty="0" err="1"/>
              <a:t>kv</a:t>
            </a:r>
            <a:r>
              <a:rPr lang="en-US" sz="1800" dirty="0"/>
              <a:t> files, model files, </a:t>
            </a:r>
            <a:r>
              <a:rPr lang="en-US" sz="1800" dirty="0" err="1"/>
              <a:t>pytesseract</a:t>
            </a:r>
            <a:r>
              <a:rPr lang="en-US" sz="1800" dirty="0"/>
              <a:t> files)</a:t>
            </a:r>
          </a:p>
          <a:p>
            <a:pPr marL="342900" indent="-342900">
              <a:buAutoNum type="arabicPeriod"/>
            </a:pPr>
            <a:r>
              <a:rPr lang="en-US" sz="1800" dirty="0"/>
              <a:t>Module </a:t>
            </a:r>
            <a:r>
              <a:rPr lang="en-US" sz="1800" dirty="0" err="1"/>
              <a:t>SpeechRecognition</a:t>
            </a:r>
            <a:r>
              <a:rPr lang="en-US" sz="1800" dirty="0"/>
              <a:t> not found</a:t>
            </a:r>
          </a:p>
          <a:p>
            <a:pPr marL="342900" indent="-342900">
              <a:buAutoNum type="arabicPeriod"/>
            </a:pPr>
            <a:r>
              <a:rPr lang="en-US" sz="1800" dirty="0" err="1"/>
              <a:t>Pyaudio</a:t>
            </a:r>
            <a:r>
              <a:rPr lang="en-US" sz="1800" dirty="0"/>
              <a:t> android issues</a:t>
            </a:r>
          </a:p>
          <a:p>
            <a:pPr marL="342900" indent="-342900">
              <a:buAutoNum type="arabicPeriod"/>
            </a:pPr>
            <a:r>
              <a:rPr lang="en-US" sz="1800"/>
              <a:t>Notification bug on Windows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UI being rendered in the wrong order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F8835-9EFB-B113-AE2A-E0A5EF4033CC}"/>
              </a:ext>
            </a:extLst>
          </p:cNvPr>
          <p:cNvSpPr txBox="1"/>
          <p:nvPr/>
        </p:nvSpPr>
        <p:spPr>
          <a:xfrm>
            <a:off x="6026514" y="1661411"/>
            <a:ext cx="5422232" cy="50545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dirty="0"/>
              <a:t>Solutions: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AutoNum type="arabicPeriod"/>
            </a:pPr>
            <a:r>
              <a:rPr lang="en-US" dirty="0"/>
              <a:t>Check if system has attribute that is created by </a:t>
            </a:r>
            <a:r>
              <a:rPr lang="en-US" dirty="0" err="1"/>
              <a:t>pyinstaller</a:t>
            </a:r>
            <a:r>
              <a:rPr lang="en-US" dirty="0"/>
              <a:t> and use the temporary folder path that </a:t>
            </a:r>
            <a:r>
              <a:rPr lang="en-US" dirty="0" err="1"/>
              <a:t>pyinstaller</a:t>
            </a:r>
            <a:r>
              <a:rPr lang="en-US" dirty="0"/>
              <a:t> creates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AutoNum type="arabicPeriod"/>
            </a:pPr>
            <a:r>
              <a:rPr lang="en-US"/>
              <a:t>Patch setup.py</a:t>
            </a:r>
            <a:endParaRPr lang="en-US" dirty="0"/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AutoNum type="arabicPeriod"/>
            </a:pPr>
            <a:r>
              <a:rPr lang="en-US" dirty="0"/>
              <a:t>No solution; use alternatives or Plyer/</a:t>
            </a:r>
            <a:r>
              <a:rPr lang="en-US" dirty="0" err="1"/>
              <a:t>Pyjnius</a:t>
            </a:r>
            <a:r>
              <a:rPr lang="en-US" dirty="0"/>
              <a:t> on separate android branch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AutoNum type="arabicPeriod"/>
            </a:pPr>
            <a:r>
              <a:rPr lang="en-US"/>
              <a:t>Move notification event loop out of its own thread to the main event loop thread.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AutoNum type="arabicPeriod"/>
            </a:pPr>
            <a:r>
              <a:rPr lang="en-US" dirty="0"/>
              <a:t>Add the elements declaratively in code depending on which needed to be rendered first.</a:t>
            </a:r>
          </a:p>
        </p:txBody>
      </p:sp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341B9C2-0FBF-4B4B-A902-1AFFD384E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A341D-08C9-A3CF-5D81-42FEB748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894" y="4461339"/>
            <a:ext cx="9846306" cy="12962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.ICS compatibility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2141482-AE43-6D34-2830-B642D363E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71032"/>
            <a:ext cx="5233621" cy="39775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7B4355-BEAD-24CD-7316-D4B3F8A27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422" y="471032"/>
            <a:ext cx="6905578" cy="353910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48C62AE-4335-48B4-936F-B2E13421D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CC2589D-7B3B-4D4C-B2B8-CACDB9228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F6A6C86-32D6-4F90-8B6E-1BB32248C8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9D77B3C-D4B6-4916-9D5B-AE2F0AAD68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4E4D58F-10CF-48E1-9D0C-6BB0822DF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621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CDC06-8AE7-A89F-A44E-BE7E2473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E2F6B7D-390E-C4E4-6FB0-41FB4EED2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539D8-A108-F083-0874-4B6F3DDAF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A1CB982-0AD6-8884-42F2-80212237BA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8582944-0EE3-6A1E-C8FA-B5B4780F4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52FA360-B692-AB23-7A60-2E4B4EE70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C72685-E4AB-CEF3-EFF6-8E27A139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67E64-6A3B-4663-1735-25438B6B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894" y="4461339"/>
            <a:ext cx="9846306" cy="12962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Responsive UI</a:t>
            </a:r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72FABC-B462-D39F-FC30-F19529E45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20287B8-83E3-3DCF-555C-E3BDBB577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FA1AA55-AFA0-156C-2FF1-C238CF1787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85F0A8C-BF48-1FC9-1962-E94AA5DF11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3842BEE-073E-EC2D-393F-9ADBA5F5D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68E1F-F589-D3A7-3A43-2190BCDBB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creencast_20260413_085328">
            <a:hlinkClick r:id="" action="ppaction://media"/>
            <a:extLst>
              <a:ext uri="{FF2B5EF4-FFF2-40B4-BE49-F238E27FC236}">
                <a16:creationId xmlns:a16="http://schemas.microsoft.com/office/drawing/2014/main" id="{A0FEB42F-5B07-474A-477B-0DF1AAB86B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63874" y="183943"/>
            <a:ext cx="6024563" cy="440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2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DE0D429-FA12-88BD-C182-56C812C2E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If we are efficient in testing, reviewing, and adding error handling, we are sitting pretty.</a:t>
            </a: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 descr="Hourglass 60% with solid fill">
            <a:extLst>
              <a:ext uri="{FF2B5EF4-FFF2-40B4-BE49-F238E27FC236}">
                <a16:creationId xmlns:a16="http://schemas.microsoft.com/office/drawing/2014/main" id="{B8EE0BA4-B38E-40B3-12AE-097A0C422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F693-20C8-F1E9-6973-7DB0F898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F7EA1D-C51E-6398-AF04-843DB3B44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620" y="71537"/>
            <a:ext cx="7416544" cy="3724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9AF634-DBF4-98E9-712A-8D283872F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620" y="3796146"/>
            <a:ext cx="7527380" cy="304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5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Find and handle as many errors as possible</a:t>
            </a:r>
          </a:p>
          <a:p>
            <a:r>
              <a:rPr lang="en-US" sz="2000" dirty="0"/>
              <a:t>In depth testing and reviewing of all code</a:t>
            </a:r>
          </a:p>
          <a:p>
            <a:r>
              <a:rPr lang="en-US" sz="2000" dirty="0"/>
              <a:t>Continue recipe development for android build</a:t>
            </a:r>
          </a:p>
          <a:p>
            <a:r>
              <a:rPr lang="en-US" sz="2000" dirty="0"/>
              <a:t>Presentation</a:t>
            </a:r>
          </a:p>
          <a:p>
            <a:r>
              <a:rPr lang="en-US" sz="2000" dirty="0"/>
              <a:t>User Manual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Widescreen</PresentationFormat>
  <Paragraphs>29</Paragraphs>
  <Slides>9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StreetscapeVTI</vt:lpstr>
      <vt:lpstr>What Now?</vt:lpstr>
      <vt:lpstr>This Week:</vt:lpstr>
      <vt:lpstr>Challenges and solutions</vt:lpstr>
      <vt:lpstr>.ICS compatibility</vt:lpstr>
      <vt:lpstr>Responsive UI</vt:lpstr>
      <vt:lpstr>Gantt Chart</vt:lpstr>
      <vt:lpstr>Gantt Chart</vt:lpstr>
      <vt:lpstr>Next Steps</vt:lpstr>
      <vt:lpstr>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Now?</dc:title>
  <dc:creator>Ethan P. Janovich</dc:creator>
  <cp:lastModifiedBy>Ethan P. Janovich</cp:lastModifiedBy>
  <cp:revision>118</cp:revision>
  <dcterms:created xsi:type="dcterms:W3CDTF">2026-01-24T15:50:45Z</dcterms:created>
  <dcterms:modified xsi:type="dcterms:W3CDTF">2026-04-13T12:54:30Z</dcterms:modified>
</cp:coreProperties>
</file>