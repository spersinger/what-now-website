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9" r:id="rId3"/>
    <p:sldId id="262" r:id="rId4"/>
    <p:sldId id="266" r:id="rId5"/>
    <p:sldId id="269" r:id="rId6"/>
    <p:sldId id="260" r:id="rId7"/>
    <p:sldId id="268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DD3DA9-F796-71F4-D82D-818DE3CB6764}" v="168" dt="2026-03-30T04:57:15.321"/>
    <p1510:client id="{D31AF86E-3F21-16A0-2182-B8CED72E8B7E}" v="309" dt="2026-03-30T13:16:45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Persinger" userId="S::per6690@pennwest.edu::f27f3664-de55-47d6-b32d-d7b37ddfa4be" providerId="AD" clId="Web-{9872691D-AA6B-B9CB-4F95-A606A2F8D181}"/>
    <pc:docChg chg="addSld delSld modSld sldOrd">
      <pc:chgData name="Samuel Persinger" userId="S::per6690@pennwest.edu::f27f3664-de55-47d6-b32d-d7b37ddfa4be" providerId="AD" clId="Web-{9872691D-AA6B-B9CB-4F95-A606A2F8D181}" dt="2026-03-16T13:34:46.947" v="114" actId="1076"/>
      <pc:docMkLst>
        <pc:docMk/>
      </pc:docMkLst>
      <pc:sldChg chg="modSp">
        <pc:chgData name="Samuel Persinger" userId="S::per6690@pennwest.edu::f27f3664-de55-47d6-b32d-d7b37ddfa4be" providerId="AD" clId="Web-{9872691D-AA6B-B9CB-4F95-A606A2F8D181}" dt="2026-03-16T13:03:48.819" v="23" actId="20577"/>
        <pc:sldMkLst>
          <pc:docMk/>
          <pc:sldMk cId="235494819" sldId="259"/>
        </pc:sldMkLst>
        <pc:spChg chg="mod">
          <ac:chgData name="Samuel Persinger" userId="S::per6690@pennwest.edu::f27f3664-de55-47d6-b32d-d7b37ddfa4be" providerId="AD" clId="Web-{9872691D-AA6B-B9CB-4F95-A606A2F8D181}" dt="2026-03-16T13:03:48.819" v="23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Samuel Persinger" userId="S::per6690@pennwest.edu::f27f3664-de55-47d6-b32d-d7b37ddfa4be" providerId="AD" clId="Web-{9872691D-AA6B-B9CB-4F95-A606A2F8D181}" dt="2026-03-16T13:22:44.639" v="96" actId="20577"/>
        <pc:sldMkLst>
          <pc:docMk/>
          <pc:sldMk cId="958039725" sldId="260"/>
        </pc:sldMkLst>
        <pc:spChg chg="mod">
          <ac:chgData name="Samuel Persinger" userId="S::per6690@pennwest.edu::f27f3664-de55-47d6-b32d-d7b37ddfa4be" providerId="AD" clId="Web-{9872691D-AA6B-B9CB-4F95-A606A2F8D181}" dt="2026-03-16T13:22:44.639" v="96" actId="20577"/>
          <ac:spMkLst>
            <pc:docMk/>
            <pc:sldMk cId="958039725" sldId="260"/>
            <ac:spMk id="2" creationId="{5E84D5B1-A123-4039-AB25-D807F21A5F1F}"/>
          </ac:spMkLst>
        </pc:spChg>
      </pc:sldChg>
      <pc:sldChg chg="modSp">
        <pc:chgData name="Samuel Persinger" userId="S::per6690@pennwest.edu::f27f3664-de55-47d6-b32d-d7b37ddfa4be" providerId="AD" clId="Web-{9872691D-AA6B-B9CB-4F95-A606A2F8D181}" dt="2026-03-16T13:17:31.515" v="82" actId="20577"/>
        <pc:sldMkLst>
          <pc:docMk/>
          <pc:sldMk cId="688135998" sldId="261"/>
        </pc:sldMkLst>
        <pc:spChg chg="mod">
          <ac:chgData name="Samuel Persinger" userId="S::per6690@pennwest.edu::f27f3664-de55-47d6-b32d-d7b37ddfa4be" providerId="AD" clId="Web-{9872691D-AA6B-B9CB-4F95-A606A2F8D181}" dt="2026-03-16T13:17:31.515" v="82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Samuel Persinger" userId="S::per6690@pennwest.edu::f27f3664-de55-47d6-b32d-d7b37ddfa4be" providerId="AD" clId="Web-{9872691D-AA6B-B9CB-4F95-A606A2F8D181}" dt="2026-03-16T13:04:03.506" v="46" actId="20577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9872691D-AA6B-B9CB-4F95-A606A2F8D181}" dt="2026-03-16T13:04:03.506" v="46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9872691D-AA6B-B9CB-4F95-A606A2F8D181}" dt="2026-03-16T13:03:43.631" v="18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addSp modSp">
        <pc:chgData name="Samuel Persinger" userId="S::per6690@pennwest.edu::f27f3664-de55-47d6-b32d-d7b37ddfa4be" providerId="AD" clId="Web-{9872691D-AA6B-B9CB-4F95-A606A2F8D181}" dt="2026-03-16T13:17:01.890" v="62" actId="20577"/>
        <pc:sldMkLst>
          <pc:docMk/>
          <pc:sldMk cId="816210219" sldId="266"/>
        </pc:sldMkLst>
      </pc:sldChg>
      <pc:sldChg chg="addSp delSp modSp new ord">
        <pc:chgData name="Samuel Persinger" userId="S::per6690@pennwest.edu::f27f3664-de55-47d6-b32d-d7b37ddfa4be" providerId="AD" clId="Web-{9872691D-AA6B-B9CB-4F95-A606A2F8D181}" dt="2026-03-16T13:34:46.947" v="114" actId="1076"/>
        <pc:sldMkLst>
          <pc:docMk/>
          <pc:sldMk cId="3218854293" sldId="268"/>
        </pc:sldMkLst>
        <pc:spChg chg="mod">
          <ac:chgData name="Samuel Persinger" userId="S::per6690@pennwest.edu::f27f3664-de55-47d6-b32d-d7b37ddfa4be" providerId="AD" clId="Web-{9872691D-AA6B-B9CB-4F95-A606A2F8D181}" dt="2026-03-16T13:22:41.671" v="95" actId="20577"/>
          <ac:spMkLst>
            <pc:docMk/>
            <pc:sldMk cId="3218854293" sldId="268"/>
            <ac:spMk id="2" creationId="{A733F693-20C8-F1E9-6973-7DB0F898226E}"/>
          </ac:spMkLst>
        </pc:spChg>
        <pc:picChg chg="add mod ord">
          <ac:chgData name="Samuel Persinger" userId="S::per6690@pennwest.edu::f27f3664-de55-47d6-b32d-d7b37ddfa4be" providerId="AD" clId="Web-{9872691D-AA6B-B9CB-4F95-A606A2F8D181}" dt="2026-03-16T13:34:46.915" v="113" actId="1076"/>
          <ac:picMkLst>
            <pc:docMk/>
            <pc:sldMk cId="3218854293" sldId="268"/>
            <ac:picMk id="9" creationId="{F6140BD7-B0CE-B9C2-8397-0ECB0D827C04}"/>
          </ac:picMkLst>
        </pc:picChg>
        <pc:picChg chg="add mod">
          <ac:chgData name="Samuel Persinger" userId="S::per6690@pennwest.edu::f27f3664-de55-47d6-b32d-d7b37ddfa4be" providerId="AD" clId="Web-{9872691D-AA6B-B9CB-4F95-A606A2F8D181}" dt="2026-03-16T13:34:46.947" v="114" actId="1076"/>
          <ac:picMkLst>
            <pc:docMk/>
            <pc:sldMk cId="3218854293" sldId="268"/>
            <ac:picMk id="10" creationId="{35EAAFF4-B5BD-4F2A-3A6D-984C9B753B7C}"/>
          </ac:picMkLst>
        </pc:picChg>
      </pc:sldChg>
    </pc:docChg>
  </pc:docChgLst>
  <pc:docChgLst>
    <pc:chgData name="Lavender B. Wilson" userId="S::wil81891@pennwest.edu::983a4de1-fa1a-4b3b-a3ea-0407ab083b1d" providerId="AD" clId="Web-{59F161EA-70C2-F6F4-A38E-79D6B2B0801D}"/>
    <pc:docChg chg="addSld modSld">
      <pc:chgData name="Lavender B. Wilson" userId="S::wil81891@pennwest.edu::983a4de1-fa1a-4b3b-a3ea-0407ab083b1d" providerId="AD" clId="Web-{59F161EA-70C2-F6F4-A38E-79D6B2B0801D}" dt="2026-03-02T07:54:45.199" v="14" actId="14100"/>
      <pc:docMkLst>
        <pc:docMk/>
      </pc:docMkLst>
    </pc:docChg>
  </pc:docChgLst>
  <pc:docChgLst>
    <pc:chgData clId="Web-{9872691D-AA6B-B9CB-4F95-A606A2F8D181}"/>
    <pc:docChg chg="modSld">
      <pc:chgData name="" userId="" providerId="" clId="Web-{9872691D-AA6B-B9CB-4F95-A606A2F8D181}" dt="2026-03-16T13:03:19.663" v="0" actId="20577"/>
      <pc:docMkLst>
        <pc:docMk/>
      </pc:docMkLst>
      <pc:sldChg chg="modSp">
        <pc:chgData name="" userId="" providerId="" clId="Web-{9872691D-AA6B-B9CB-4F95-A606A2F8D181}" dt="2026-03-16T13:03:19.663" v="0" actId="20577"/>
        <pc:sldMkLst>
          <pc:docMk/>
          <pc:sldMk cId="235494819" sldId="259"/>
        </pc:sldMkLst>
        <pc:spChg chg="mod">
          <ac:chgData name="" userId="" providerId="" clId="Web-{9872691D-AA6B-B9CB-4F95-A606A2F8D181}" dt="2026-03-16T13:03:19.663" v="0" actId="20577"/>
          <ac:spMkLst>
            <pc:docMk/>
            <pc:sldMk cId="235494819" sldId="259"/>
            <ac:spMk id="3" creationId="{CBA68C39-6463-1024-5137-BF66DD483C63}"/>
          </ac:spMkLst>
        </pc:spChg>
      </pc:sldChg>
    </pc:docChg>
  </pc:docChgLst>
  <pc:docChgLst>
    <pc:chgData name="Ethan P. Janovich" userId="234861c4-535e-431c-9aa7-95bb4533e226" providerId="ADAL" clId="{79425B1F-E787-4A95-91BF-46B89E2A962D}"/>
    <pc:docChg chg="undo custSel modSld sldOrd">
      <pc:chgData name="Ethan P. Janovich" userId="234861c4-535e-431c-9aa7-95bb4533e226" providerId="ADAL" clId="{79425B1F-E787-4A95-91BF-46B89E2A962D}" dt="2026-03-23T12:37:42.517" v="3091" actId="20577"/>
      <pc:docMkLst>
        <pc:docMk/>
      </pc:docMkLst>
      <pc:sldChg chg="modSp mod">
        <pc:chgData name="Ethan P. Janovich" userId="234861c4-535e-431c-9aa7-95bb4533e226" providerId="ADAL" clId="{79425B1F-E787-4A95-91BF-46B89E2A962D}" dt="2026-03-23T05:18:02.076" v="1982" actId="20577"/>
        <pc:sldMkLst>
          <pc:docMk/>
          <pc:sldMk cId="2745669654" sldId="256"/>
        </pc:sldMkLst>
        <pc:spChg chg="mod">
          <ac:chgData name="Ethan P. Janovich" userId="234861c4-535e-431c-9aa7-95bb4533e226" providerId="ADAL" clId="{79425B1F-E787-4A95-91BF-46B89E2A962D}" dt="2026-03-23T05:18:02.076" v="1982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 mod">
        <pc:chgData name="Ethan P. Janovich" userId="234861c4-535e-431c-9aa7-95bb4533e226" providerId="ADAL" clId="{79425B1F-E787-4A95-91BF-46B89E2A962D}" dt="2026-03-23T05:21:41.547" v="2257" actId="20577"/>
        <pc:sldMkLst>
          <pc:docMk/>
          <pc:sldMk cId="235494819" sldId="259"/>
        </pc:sldMkLst>
        <pc:spChg chg="mod">
          <ac:chgData name="Ethan P. Janovich" userId="234861c4-535e-431c-9aa7-95bb4533e226" providerId="ADAL" clId="{79425B1F-E787-4A95-91BF-46B89E2A962D}" dt="2026-03-23T05:21:41.547" v="2257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addSp delSp modSp mod">
        <pc:chgData name="Ethan P. Janovich" userId="234861c4-535e-431c-9aa7-95bb4533e226" providerId="ADAL" clId="{79425B1F-E787-4A95-91BF-46B89E2A962D}" dt="2026-03-23T05:44:00.235" v="3074" actId="20577"/>
        <pc:sldMkLst>
          <pc:docMk/>
          <pc:sldMk cId="958039725" sldId="260"/>
        </pc:sldMkLst>
        <pc:spChg chg="mo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2" creationId="{5E84D5B1-A123-4039-AB25-D807F21A5F1F}"/>
          </ac:spMkLst>
        </pc:spChg>
        <pc:spChg chg="add mod">
          <ac:chgData name="Ethan P. Janovich" userId="234861c4-535e-431c-9aa7-95bb4533e226" providerId="ADAL" clId="{79425B1F-E787-4A95-91BF-46B89E2A962D}" dt="2026-03-23T05:44:00.235" v="3074" actId="20577"/>
          <ac:spMkLst>
            <pc:docMk/>
            <pc:sldMk cId="958039725" sldId="260"/>
            <ac:spMk id="21" creationId="{DDE0D429-FA12-88BD-C182-56C812C2E370}"/>
          </ac:spMkLst>
        </pc:spChg>
        <pc:spChg chg="ad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24" creationId="{40F9F56E-5A69-4F79-A578-5963B46C141E}"/>
          </ac:spMkLst>
        </pc:spChg>
        <pc:spChg chg="ad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26" creationId="{E99323BC-1B70-447E-A2E4-BD7851671A1E}"/>
          </ac:spMkLst>
        </pc:spChg>
        <pc:spChg chg="ad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28" creationId="{1FFF5263-8C19-4573-8C94-FC74D1ED10D8}"/>
          </ac:spMkLst>
        </pc:spChg>
        <pc:spChg chg="ad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36" creationId="{5EC04BFF-C178-43B0-9567-EEA423F5C130}"/>
          </ac:spMkLst>
        </pc:spChg>
        <pc:grpChg chg="add">
          <ac:chgData name="Ethan P. Janovich" userId="234861c4-535e-431c-9aa7-95bb4533e226" providerId="ADAL" clId="{79425B1F-E787-4A95-91BF-46B89E2A962D}" dt="2026-03-14T22:11:42.077" v="1148" actId="26606"/>
          <ac:grpSpMkLst>
            <pc:docMk/>
            <pc:sldMk cId="958039725" sldId="260"/>
            <ac:grpSpMk id="30" creationId="{A02066EC-92CE-4F17-AB46-346119D15C6A}"/>
          </ac:grpSpMkLst>
        </pc:grpChg>
        <pc:picChg chg="add mod">
          <ac:chgData name="Ethan P. Janovich" userId="234861c4-535e-431c-9aa7-95bb4533e226" providerId="ADAL" clId="{79425B1F-E787-4A95-91BF-46B89E2A962D}" dt="2026-03-14T22:11:42.077" v="1148" actId="26606"/>
          <ac:picMkLst>
            <pc:docMk/>
            <pc:sldMk cId="958039725" sldId="260"/>
            <ac:picMk id="7" creationId="{B8EE0BA4-B38E-40B3-12AE-097A0C422A36}"/>
          </ac:picMkLst>
        </pc:picChg>
      </pc:sldChg>
      <pc:sldChg chg="modSp mod ord">
        <pc:chgData name="Ethan P. Janovich" userId="234861c4-535e-431c-9aa7-95bb4533e226" providerId="ADAL" clId="{79425B1F-E787-4A95-91BF-46B89E2A962D}" dt="2026-03-23T12:37:42.517" v="3091" actId="20577"/>
        <pc:sldMkLst>
          <pc:docMk/>
          <pc:sldMk cId="688135998" sldId="261"/>
        </pc:sldMkLst>
        <pc:spChg chg="mod">
          <ac:chgData name="Ethan P. Janovich" userId="234861c4-535e-431c-9aa7-95bb4533e226" providerId="ADAL" clId="{79425B1F-E787-4A95-91BF-46B89E2A962D}" dt="2026-03-23T12:37:42.517" v="3091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 mod">
        <pc:chgData name="Ethan P. Janovich" userId="234861c4-535e-431c-9aa7-95bb4533e226" providerId="ADAL" clId="{79425B1F-E787-4A95-91BF-46B89E2A962D}" dt="2026-03-23T05:32:10.246" v="2809" actId="20577"/>
        <pc:sldMkLst>
          <pc:docMk/>
          <pc:sldMk cId="2440117310" sldId="262"/>
        </pc:sldMkLst>
        <pc:spChg chg="mod">
          <ac:chgData name="Ethan P. Janovich" userId="234861c4-535e-431c-9aa7-95bb4533e226" providerId="ADAL" clId="{79425B1F-E787-4A95-91BF-46B89E2A962D}" dt="2026-03-23T05:32:10.246" v="2809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Ethan P. Janovich" userId="234861c4-535e-431c-9aa7-95bb4533e226" providerId="ADAL" clId="{79425B1F-E787-4A95-91BF-46B89E2A962D}" dt="2026-03-23T05:31:56.760" v="2797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addSp delSp modSp mod modAnim">
        <pc:chgData name="Ethan P. Janovich" userId="234861c4-535e-431c-9aa7-95bb4533e226" providerId="ADAL" clId="{79425B1F-E787-4A95-91BF-46B89E2A962D}" dt="2026-03-23T05:33:20.578" v="2848"/>
        <pc:sldMkLst>
          <pc:docMk/>
          <pc:sldMk cId="816210219" sldId="266"/>
        </pc:sldMkLst>
        <pc:spChg chg="mod">
          <ac:chgData name="Ethan P. Janovich" userId="234861c4-535e-431c-9aa7-95bb4533e226" providerId="ADAL" clId="{79425B1F-E787-4A95-91BF-46B89E2A962D}" dt="2026-03-23T05:32:24.338" v="2844" actId="20577"/>
          <ac:spMkLst>
            <pc:docMk/>
            <pc:sldMk cId="816210219" sldId="266"/>
            <ac:spMk id="2" creationId="{3D5A341D-08C9-A3CF-5D81-42FEB748D1CE}"/>
          </ac:spMkLst>
        </pc:spChg>
      </pc:sldChg>
    </pc:docChg>
  </pc:docChgLst>
  <pc:docChgLst>
    <pc:chgData name="Lavender B. Wilson" userId="S::wil81891@pennwest.edu::983a4de1-fa1a-4b3b-a3ea-0407ab083b1d" providerId="AD" clId="Web-{8EDD3DA9-F796-71F4-D82D-818DE3CB6764}"/>
    <pc:docChg chg="delSld modSld">
      <pc:chgData name="Lavender B. Wilson" userId="S::wil81891@pennwest.edu::983a4de1-fa1a-4b3b-a3ea-0407ab083b1d" providerId="AD" clId="Web-{8EDD3DA9-F796-71F4-D82D-818DE3CB6764}" dt="2026-03-30T04:57:15.321" v="120" actId="20577"/>
      <pc:docMkLst>
        <pc:docMk/>
      </pc:docMkLst>
      <pc:sldChg chg="modSp">
        <pc:chgData name="Lavender B. Wilson" userId="S::wil81891@pennwest.edu::983a4de1-fa1a-4b3b-a3ea-0407ab083b1d" providerId="AD" clId="Web-{8EDD3DA9-F796-71F4-D82D-818DE3CB6764}" dt="2026-03-30T04:56:00.504" v="44" actId="20577"/>
        <pc:sldMkLst>
          <pc:docMk/>
          <pc:sldMk cId="235494819" sldId="259"/>
        </pc:sldMkLst>
        <pc:spChg chg="mod">
          <ac:chgData name="Lavender B. Wilson" userId="S::wil81891@pennwest.edu::983a4de1-fa1a-4b3b-a3ea-0407ab083b1d" providerId="AD" clId="Web-{8EDD3DA9-F796-71F4-D82D-818DE3CB6764}" dt="2026-03-30T04:56:00.504" v="44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Lavender B. Wilson" userId="S::wil81891@pennwest.edu::983a4de1-fa1a-4b3b-a3ea-0407ab083b1d" providerId="AD" clId="Web-{8EDD3DA9-F796-71F4-D82D-818DE3CB6764}" dt="2026-03-30T04:57:15.321" v="120" actId="20577"/>
        <pc:sldMkLst>
          <pc:docMk/>
          <pc:sldMk cId="688135998" sldId="261"/>
        </pc:sldMkLst>
        <pc:spChg chg="mod">
          <ac:chgData name="Lavender B. Wilson" userId="S::wil81891@pennwest.edu::983a4de1-fa1a-4b3b-a3ea-0407ab083b1d" providerId="AD" clId="Web-{8EDD3DA9-F796-71F4-D82D-818DE3CB6764}" dt="2026-03-30T04:57:15.321" v="120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Lavender B. Wilson" userId="S::wil81891@pennwest.edu::983a4de1-fa1a-4b3b-a3ea-0407ab083b1d" providerId="AD" clId="Web-{8EDD3DA9-F796-71F4-D82D-818DE3CB6764}" dt="2026-03-30T04:56:49.054" v="108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8EDD3DA9-F796-71F4-D82D-818DE3CB6764}" dt="2026-03-30T04:56:34.413" v="72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Lavender B. Wilson" userId="S::wil81891@pennwest.edu::983a4de1-fa1a-4b3b-a3ea-0407ab083b1d" providerId="AD" clId="Web-{8EDD3DA9-F796-71F4-D82D-818DE3CB6764}" dt="2026-03-30T04:56:49.054" v="108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del">
        <pc:chgData name="Lavender B. Wilson" userId="S::wil81891@pennwest.edu::983a4de1-fa1a-4b3b-a3ea-0407ab083b1d" providerId="AD" clId="Web-{8EDD3DA9-F796-71F4-D82D-818DE3CB6764}" dt="2026-03-30T04:57:00.617" v="109"/>
        <pc:sldMkLst>
          <pc:docMk/>
          <pc:sldMk cId="4008327738" sldId="269"/>
        </pc:sldMkLst>
      </pc:sldChg>
    </pc:docChg>
  </pc:docChgLst>
  <pc:docChgLst>
    <pc:chgData name="Samuel Persinger" userId="S::per6690@pennwest.edu::f27f3664-de55-47d6-b32d-d7b37ddfa4be" providerId="AD" clId="Web-{82AA5EB1-2562-893A-865A-5A58EA92B7A8}"/>
    <pc:docChg chg="addSld delSld modSld">
      <pc:chgData name="Samuel Persinger" userId="S::per6690@pennwest.edu::f27f3664-de55-47d6-b32d-d7b37ddfa4be" providerId="AD" clId="Web-{82AA5EB1-2562-893A-865A-5A58EA92B7A8}" dt="2026-03-23T13:05:00.960" v="300" actId="20577"/>
      <pc:docMkLst>
        <pc:docMk/>
      </pc:docMkLst>
    </pc:docChg>
  </pc:docChgLst>
  <pc:docChgLst>
    <pc:chgData clId="Web-{C605ECFF-1763-72DD-7C74-0BC3E1D6455A}"/>
    <pc:docChg chg="modSld">
      <pc:chgData name="" userId="" providerId="" clId="Web-{C605ECFF-1763-72DD-7C74-0BC3E1D6455A}" dt="2026-03-02T03:37:42.004" v="6" actId="20577"/>
      <pc:docMkLst>
        <pc:docMk/>
      </pc:docMkLst>
      <pc:sldChg chg="modSp">
        <pc:chgData name="" userId="" providerId="" clId="Web-{C605ECFF-1763-72DD-7C74-0BC3E1D6455A}" dt="2026-03-02T03:37:34.083" v="0" actId="20577"/>
        <pc:sldMkLst>
          <pc:docMk/>
          <pc:sldMk cId="2745669654" sldId="256"/>
        </pc:sldMkLst>
        <pc:spChg chg="mod">
          <ac:chgData name="" userId="" providerId="" clId="Web-{C605ECFF-1763-72DD-7C74-0BC3E1D6455A}" dt="2026-03-02T03:37:34.083" v="0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">
        <pc:chgData name="" userId="" providerId="" clId="Web-{C605ECFF-1763-72DD-7C74-0BC3E1D6455A}" dt="2026-03-02T03:37:42.004" v="6" actId="20577"/>
        <pc:sldMkLst>
          <pc:docMk/>
          <pc:sldMk cId="235494819" sldId="259"/>
        </pc:sldMkLst>
        <pc:spChg chg="mod">
          <ac:chgData name="" userId="" providerId="" clId="Web-{C605ECFF-1763-72DD-7C74-0BC3E1D6455A}" dt="2026-03-02T03:37:42.004" v="6" actId="20577"/>
          <ac:spMkLst>
            <pc:docMk/>
            <pc:sldMk cId="235494819" sldId="259"/>
            <ac:spMk id="3" creationId="{CBA68C39-6463-1024-5137-BF66DD483C63}"/>
          </ac:spMkLst>
        </pc:spChg>
      </pc:sldChg>
    </pc:docChg>
  </pc:docChgLst>
  <pc:docChgLst>
    <pc:chgData name="Samuel Persinger" userId="f27f3664-de55-47d6-b32d-d7b37ddfa4be" providerId="ADAL" clId="{7DC3C62D-5CEF-4B39-8C87-8ED9FC9259A7}"/>
    <pc:docChg chg="custSel modSld">
      <pc:chgData name="Samuel Persinger" userId="f27f3664-de55-47d6-b32d-d7b37ddfa4be" providerId="ADAL" clId="{7DC3C62D-5CEF-4B39-8C87-8ED9FC9259A7}" dt="2026-03-23T12:54:06.825" v="77" actId="14100"/>
      <pc:docMkLst>
        <pc:docMk/>
      </pc:docMkLst>
    </pc:docChg>
  </pc:docChgLst>
  <pc:docChgLst>
    <pc:chgData name="Samuel Persinger" userId="S::per6690@pennwest.edu::f27f3664-de55-47d6-b32d-d7b37ddfa4be" providerId="AD" clId="Web-{D31AF86E-3F21-16A0-2182-B8CED72E8B7E}"/>
    <pc:docChg chg="addSld delSld modSld">
      <pc:chgData name="Samuel Persinger" userId="S::per6690@pennwest.edu::f27f3664-de55-47d6-b32d-d7b37ddfa4be" providerId="AD" clId="Web-{D31AF86E-3F21-16A0-2182-B8CED72E8B7E}" dt="2026-03-30T13:16:45.833" v="233" actId="20577"/>
      <pc:docMkLst>
        <pc:docMk/>
      </pc:docMkLst>
      <pc:sldChg chg="modSp">
        <pc:chgData name="Samuel Persinger" userId="S::per6690@pennwest.edu::f27f3664-de55-47d6-b32d-d7b37ddfa4be" providerId="AD" clId="Web-{D31AF86E-3F21-16A0-2182-B8CED72E8B7E}" dt="2026-03-30T12:43:03.682" v="135" actId="20577"/>
        <pc:sldMkLst>
          <pc:docMk/>
          <pc:sldMk cId="235494819" sldId="259"/>
        </pc:sldMkLst>
        <pc:spChg chg="mod">
          <ac:chgData name="Samuel Persinger" userId="S::per6690@pennwest.edu::f27f3664-de55-47d6-b32d-d7b37ddfa4be" providerId="AD" clId="Web-{D31AF86E-3F21-16A0-2182-B8CED72E8B7E}" dt="2026-03-30T12:43:03.682" v="135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Samuel Persinger" userId="S::per6690@pennwest.edu::f27f3664-de55-47d6-b32d-d7b37ddfa4be" providerId="AD" clId="Web-{D31AF86E-3F21-16A0-2182-B8CED72E8B7E}" dt="2026-03-30T13:16:45.833" v="233" actId="20577"/>
        <pc:sldMkLst>
          <pc:docMk/>
          <pc:sldMk cId="958039725" sldId="260"/>
        </pc:sldMkLst>
        <pc:spChg chg="mod">
          <ac:chgData name="Samuel Persinger" userId="S::per6690@pennwest.edu::f27f3664-de55-47d6-b32d-d7b37ddfa4be" providerId="AD" clId="Web-{D31AF86E-3F21-16A0-2182-B8CED72E8B7E}" dt="2026-03-30T13:16:45.833" v="233" actId="20577"/>
          <ac:spMkLst>
            <pc:docMk/>
            <pc:sldMk cId="958039725" sldId="260"/>
            <ac:spMk id="21" creationId="{DDE0D429-FA12-88BD-C182-56C812C2E370}"/>
          </ac:spMkLst>
        </pc:spChg>
      </pc:sldChg>
      <pc:sldChg chg="modSp">
        <pc:chgData name="Samuel Persinger" userId="S::per6690@pennwest.edu::f27f3664-de55-47d6-b32d-d7b37ddfa4be" providerId="AD" clId="Web-{D31AF86E-3F21-16A0-2182-B8CED72E8B7E}" dt="2026-03-30T12:41:32.260" v="120" actId="20577"/>
        <pc:sldMkLst>
          <pc:docMk/>
          <pc:sldMk cId="688135998" sldId="261"/>
        </pc:sldMkLst>
        <pc:spChg chg="mod">
          <ac:chgData name="Samuel Persinger" userId="S::per6690@pennwest.edu::f27f3664-de55-47d6-b32d-d7b37ddfa4be" providerId="AD" clId="Web-{D31AF86E-3F21-16A0-2182-B8CED72E8B7E}" dt="2026-03-30T12:41:32.260" v="120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Samuel Persinger" userId="S::per6690@pennwest.edu::f27f3664-de55-47d6-b32d-d7b37ddfa4be" providerId="AD" clId="Web-{D31AF86E-3F21-16A0-2182-B8CED72E8B7E}" dt="2026-03-30T12:35:59.760" v="96" actId="20577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D31AF86E-3F21-16A0-2182-B8CED72E8B7E}" dt="2026-03-30T12:35:50.041" v="75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D31AF86E-3F21-16A0-2182-B8CED72E8B7E}" dt="2026-03-30T12:35:59.760" v="96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del">
        <pc:chgData name="Samuel Persinger" userId="S::per6690@pennwest.edu::f27f3664-de55-47d6-b32d-d7b37ddfa4be" providerId="AD" clId="Web-{D31AF86E-3F21-16A0-2182-B8CED72E8B7E}" dt="2026-03-30T12:41:17.744" v="99"/>
        <pc:sldMkLst>
          <pc:docMk/>
          <pc:sldMk cId="1039930182" sldId="267"/>
        </pc:sldMkLst>
      </pc:sldChg>
      <pc:sldChg chg="addSp delSp modSp new">
        <pc:chgData name="Samuel Persinger" userId="S::per6690@pennwest.edu::f27f3664-de55-47d6-b32d-d7b37ddfa4be" providerId="AD" clId="Web-{D31AF86E-3F21-16A0-2182-B8CED72E8B7E}" dt="2026-03-30T13:07:15.640" v="194" actId="20577"/>
        <pc:sldMkLst>
          <pc:docMk/>
          <pc:sldMk cId="2052337340" sldId="269"/>
        </pc:sldMkLst>
        <pc:spChg chg="mod">
          <ac:chgData name="Samuel Persinger" userId="S::per6690@pennwest.edu::f27f3664-de55-47d6-b32d-d7b37ddfa4be" providerId="AD" clId="Web-{D31AF86E-3F21-16A0-2182-B8CED72E8B7E}" dt="2026-03-30T13:06:46.984" v="157" actId="20577"/>
          <ac:spMkLst>
            <pc:docMk/>
            <pc:sldMk cId="2052337340" sldId="269"/>
            <ac:spMk id="2" creationId="{2508DC72-6230-8650-A202-7E8F12C776EC}"/>
          </ac:spMkLst>
        </pc:spChg>
        <pc:spChg chg="del">
          <ac:chgData name="Samuel Persinger" userId="S::per6690@pennwest.edu::f27f3664-de55-47d6-b32d-d7b37ddfa4be" providerId="AD" clId="Web-{D31AF86E-3F21-16A0-2182-B8CED72E8B7E}" dt="2026-03-30T13:03:58.045" v="143"/>
          <ac:spMkLst>
            <pc:docMk/>
            <pc:sldMk cId="2052337340" sldId="269"/>
            <ac:spMk id="3" creationId="{F8B9812C-189B-D201-D43A-E6CBE99288EC}"/>
          </ac:spMkLst>
        </pc:spChg>
        <pc:spChg chg="add mod">
          <ac:chgData name="Samuel Persinger" userId="S::per6690@pennwest.edu::f27f3664-de55-47d6-b32d-d7b37ddfa4be" providerId="AD" clId="Web-{D31AF86E-3F21-16A0-2182-B8CED72E8B7E}" dt="2026-03-30T13:07:15.640" v="194" actId="20577"/>
          <ac:spMkLst>
            <pc:docMk/>
            <pc:sldMk cId="2052337340" sldId="269"/>
            <ac:spMk id="7" creationId="{2598769F-4780-01B3-4E06-1120CDFFD7CC}"/>
          </ac:spMkLst>
        </pc:spChg>
        <pc:picChg chg="add mod ord">
          <ac:chgData name="Samuel Persinger" userId="S::per6690@pennwest.edu::f27f3664-de55-47d6-b32d-d7b37ddfa4be" providerId="AD" clId="Web-{D31AF86E-3F21-16A0-2182-B8CED72E8B7E}" dt="2026-03-30T13:04:00.311" v="145" actId="1076"/>
          <ac:picMkLst>
            <pc:docMk/>
            <pc:sldMk cId="2052337340" sldId="269"/>
            <ac:picMk id="4" creationId="{614366A2-34B9-8AE6-E1BF-DA8BD0D13B2A}"/>
          </ac:picMkLst>
        </pc:picChg>
        <pc:picChg chg="add del mod">
          <ac:chgData name="Samuel Persinger" userId="S::per6690@pennwest.edu::f27f3664-de55-47d6-b32d-d7b37ddfa4be" providerId="AD" clId="Web-{D31AF86E-3F21-16A0-2182-B8CED72E8B7E}" dt="2026-03-30T13:06:26.968" v="152"/>
          <ac:picMkLst>
            <pc:docMk/>
            <pc:sldMk cId="2052337340" sldId="269"/>
            <ac:picMk id="5" creationId="{8E592B14-4888-770D-1C6F-D3ADAFA2E117}"/>
          </ac:picMkLst>
        </pc:picChg>
        <pc:picChg chg="add mod">
          <ac:chgData name="Samuel Persinger" userId="S::per6690@pennwest.edu::f27f3664-de55-47d6-b32d-d7b37ddfa4be" providerId="AD" clId="Web-{D31AF86E-3F21-16A0-2182-B8CED72E8B7E}" dt="2026-03-30T13:06:36.453" v="155" actId="14100"/>
          <ac:picMkLst>
            <pc:docMk/>
            <pc:sldMk cId="2052337340" sldId="269"/>
            <ac:picMk id="6" creationId="{5615EE7D-69FE-D937-A51B-4BD56C182229}"/>
          </ac:picMkLst>
        </pc:picChg>
      </pc:sldChg>
      <pc:sldChg chg="del">
        <pc:chgData name="Samuel Persinger" userId="S::per6690@pennwest.edu::f27f3664-de55-47d6-b32d-d7b37ddfa4be" providerId="AD" clId="Web-{D31AF86E-3F21-16A0-2182-B8CED72E8B7E}" dt="2026-03-30T12:36:03.932" v="97"/>
        <pc:sldMkLst>
          <pc:docMk/>
          <pc:sldMk cId="796459878" sldId="271"/>
        </pc:sldMkLst>
      </pc:sldChg>
      <pc:sldChg chg="modSp new del">
        <pc:chgData name="Samuel Persinger" userId="S::per6690@pennwest.edu::f27f3664-de55-47d6-b32d-d7b37ddfa4be" providerId="AD" clId="Web-{D31AF86E-3F21-16A0-2182-B8CED72E8B7E}" dt="2026-03-30T12:40:05.166" v="98"/>
        <pc:sldMkLst>
          <pc:docMk/>
          <pc:sldMk cId="1232692819" sldId="272"/>
        </pc:sldMkLst>
        <pc:spChg chg="mod">
          <ac:chgData name="Samuel Persinger" userId="S::per6690@pennwest.edu::f27f3664-de55-47d6-b32d-d7b37ddfa4be" providerId="AD" clId="Web-{D31AF86E-3F21-16A0-2182-B8CED72E8B7E}" dt="2026-03-30T12:34:35.229" v="22" actId="20577"/>
          <ac:spMkLst>
            <pc:docMk/>
            <pc:sldMk cId="1232692819" sldId="272"/>
            <ac:spMk id="2" creationId="{70B9AC0A-6C08-F147-852F-C7886C2BF53D}"/>
          </ac:spMkLst>
        </pc:spChg>
      </pc:sldChg>
    </pc:docChg>
  </pc:docChgLst>
  <pc:docChgLst>
    <pc:chgData name="Ethan P. Janovich" userId="234861c4-535e-431c-9aa7-95bb4533e226" providerId="ADAL" clId="{27A5A6FE-668B-49C6-A978-A6D4810CB91F}"/>
    <pc:docChg chg="undo custSel modSld">
      <pc:chgData name="Ethan P. Janovich" userId="234861c4-535e-431c-9aa7-95bb4533e226" providerId="ADAL" clId="{27A5A6FE-668B-49C6-A978-A6D4810CB91F}" dt="2026-03-29T20:41:54.568" v="881" actId="20577"/>
      <pc:docMkLst>
        <pc:docMk/>
      </pc:docMkLst>
      <pc:sldChg chg="modSp mod">
        <pc:chgData name="Ethan P. Janovich" userId="234861c4-535e-431c-9aa7-95bb4533e226" providerId="ADAL" clId="{27A5A6FE-668B-49C6-A978-A6D4810CB91F}" dt="2026-03-29T19:06:41.888" v="1" actId="20577"/>
        <pc:sldMkLst>
          <pc:docMk/>
          <pc:sldMk cId="2745669654" sldId="256"/>
        </pc:sldMkLst>
        <pc:spChg chg="mod">
          <ac:chgData name="Ethan P. Janovich" userId="234861c4-535e-431c-9aa7-95bb4533e226" providerId="ADAL" clId="{27A5A6FE-668B-49C6-A978-A6D4810CB91F}" dt="2026-03-29T19:06:41.888" v="1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 mod">
        <pc:chgData name="Ethan P. Janovich" userId="234861c4-535e-431c-9aa7-95bb4533e226" providerId="ADAL" clId="{27A5A6FE-668B-49C6-A978-A6D4810CB91F}" dt="2026-03-29T19:07:44.176" v="124" actId="20577"/>
        <pc:sldMkLst>
          <pc:docMk/>
          <pc:sldMk cId="235494819" sldId="259"/>
        </pc:sldMkLst>
        <pc:spChg chg="mod">
          <ac:chgData name="Ethan P. Janovich" userId="234861c4-535e-431c-9aa7-95bb4533e226" providerId="ADAL" clId="{27A5A6FE-668B-49C6-A978-A6D4810CB91F}" dt="2026-03-29T19:07:44.176" v="124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 mod">
        <pc:chgData name="Ethan P. Janovich" userId="234861c4-535e-431c-9aa7-95bb4533e226" providerId="ADAL" clId="{27A5A6FE-668B-49C6-A978-A6D4810CB91F}" dt="2026-03-29T20:41:54.568" v="881" actId="20577"/>
        <pc:sldMkLst>
          <pc:docMk/>
          <pc:sldMk cId="688135998" sldId="261"/>
        </pc:sldMkLst>
        <pc:spChg chg="mod">
          <ac:chgData name="Ethan P. Janovich" userId="234861c4-535e-431c-9aa7-95bb4533e226" providerId="ADAL" clId="{27A5A6FE-668B-49C6-A978-A6D4810CB91F}" dt="2026-03-29T20:41:54.568" v="881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 mod">
        <pc:chgData name="Ethan P. Janovich" userId="234861c4-535e-431c-9aa7-95bb4533e226" providerId="ADAL" clId="{27A5A6FE-668B-49C6-A978-A6D4810CB91F}" dt="2026-03-29T19:32:27.818" v="541" actId="20577"/>
        <pc:sldMkLst>
          <pc:docMk/>
          <pc:sldMk cId="2440117310" sldId="262"/>
        </pc:sldMkLst>
        <pc:spChg chg="mod">
          <ac:chgData name="Ethan P. Janovich" userId="234861c4-535e-431c-9aa7-95bb4533e226" providerId="ADAL" clId="{27A5A6FE-668B-49C6-A978-A6D4810CB91F}" dt="2026-03-29T19:30:42.182" v="504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Ethan P. Janovich" userId="234861c4-535e-431c-9aa7-95bb4533e226" providerId="ADAL" clId="{27A5A6FE-668B-49C6-A978-A6D4810CB91F}" dt="2026-03-29T19:32:27.818" v="541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addSp delSp modSp mod setBg delAnim">
        <pc:chgData name="Ethan P. Janovich" userId="234861c4-535e-431c-9aa7-95bb4533e226" providerId="ADAL" clId="{27A5A6FE-668B-49C6-A978-A6D4810CB91F}" dt="2026-03-29T20:38:23.751" v="672" actId="1076"/>
        <pc:sldMkLst>
          <pc:docMk/>
          <pc:sldMk cId="816210219" sldId="266"/>
        </pc:sldMkLst>
        <pc:spChg chg="mod ord">
          <ac:chgData name="Ethan P. Janovich" userId="234861c4-535e-431c-9aa7-95bb4533e226" providerId="ADAL" clId="{27A5A6FE-668B-49C6-A978-A6D4810CB91F}" dt="2026-03-29T20:38:01.594" v="665" actId="26606"/>
          <ac:spMkLst>
            <pc:docMk/>
            <pc:sldMk cId="816210219" sldId="266"/>
            <ac:spMk id="2" creationId="{3D5A341D-08C9-A3CF-5D81-42FEB748D1CE}"/>
          </ac:spMkLst>
        </pc:spChg>
        <pc:spChg chg="add mod ord">
          <ac:chgData name="Ethan P. Janovich" userId="234861c4-535e-431c-9aa7-95bb4533e226" providerId="ADAL" clId="{27A5A6FE-668B-49C6-A978-A6D4810CB91F}" dt="2026-03-29T20:38:01.594" v="665" actId="26606"/>
          <ac:spMkLst>
            <pc:docMk/>
            <pc:sldMk cId="816210219" sldId="266"/>
            <ac:spMk id="5" creationId="{68EEDCFF-44E1-FB2F-F364-8D09B19F7A71}"/>
          </ac:spMkLst>
        </pc:spChg>
        <pc:spChg chg="add del">
          <ac:chgData name="Ethan P. Janovich" userId="234861c4-535e-431c-9aa7-95bb4533e226" providerId="ADAL" clId="{27A5A6FE-668B-49C6-A978-A6D4810CB91F}" dt="2026-03-29T20:37:22.757" v="657" actId="26606"/>
          <ac:spMkLst>
            <pc:docMk/>
            <pc:sldMk cId="816210219" sldId="266"/>
            <ac:spMk id="20" creationId="{ECB86E21-E2BD-408E-8E61-D30AB8715F20}"/>
          </ac:spMkLst>
        </pc:spChg>
        <pc:spChg chg="add del">
          <ac:chgData name="Ethan P. Janovich" userId="234861c4-535e-431c-9aa7-95bb4533e226" providerId="ADAL" clId="{27A5A6FE-668B-49C6-A978-A6D4810CB91F}" dt="2026-03-29T20:37:22.757" v="657" actId="26606"/>
          <ac:spMkLst>
            <pc:docMk/>
            <pc:sldMk cId="816210219" sldId="266"/>
            <ac:spMk id="22" creationId="{029B38C0-3CC6-4B41-93F3-C479D22DD242}"/>
          </ac:spMkLst>
        </pc:spChg>
        <pc:spChg chg="add del">
          <ac:chgData name="Ethan P. Janovich" userId="234861c4-535e-431c-9aa7-95bb4533e226" providerId="ADAL" clId="{27A5A6FE-668B-49C6-A978-A6D4810CB91F}" dt="2026-03-29T20:37:22.757" v="657" actId="26606"/>
          <ac:spMkLst>
            <pc:docMk/>
            <pc:sldMk cId="816210219" sldId="266"/>
            <ac:spMk id="24" creationId="{0E0F80A2-6611-465C-80A5-6ADAE3F03469}"/>
          </ac:spMkLst>
        </pc:spChg>
        <pc:spChg chg="add del">
          <ac:chgData name="Ethan P. Janovich" userId="234861c4-535e-431c-9aa7-95bb4533e226" providerId="ADAL" clId="{27A5A6FE-668B-49C6-A978-A6D4810CB91F}" dt="2026-03-29T20:37:22.757" v="657" actId="26606"/>
          <ac:spMkLst>
            <pc:docMk/>
            <pc:sldMk cId="816210219" sldId="266"/>
            <ac:spMk id="26" creationId="{267F9DA9-5521-4A58-9B23-C108A3A2470A}"/>
          </ac:spMkLst>
        </pc:spChg>
        <pc:spChg chg="add del">
          <ac:chgData name="Ethan P. Janovich" userId="234861c4-535e-431c-9aa7-95bb4533e226" providerId="ADAL" clId="{27A5A6FE-668B-49C6-A978-A6D4810CB91F}" dt="2026-03-29T20:37:22.757" v="657" actId="26606"/>
          <ac:spMkLst>
            <pc:docMk/>
            <pc:sldMk cId="816210219" sldId="266"/>
            <ac:spMk id="28" creationId="{CF2B5AB8-A75C-49F7-8DF4-3342BF3C8549}"/>
          </ac:spMkLst>
        </pc:spChg>
        <pc:spChg chg="add del">
          <ac:chgData name="Ethan P. Janovich" userId="234861c4-535e-431c-9aa7-95bb4533e226" providerId="ADAL" clId="{27A5A6FE-668B-49C6-A978-A6D4810CB91F}" dt="2026-03-29T20:37:22.757" v="657" actId="26606"/>
          <ac:spMkLst>
            <pc:docMk/>
            <pc:sldMk cId="816210219" sldId="266"/>
            <ac:spMk id="36" creationId="{165B8C92-2D61-44A2-857C-E6980C2A22EB}"/>
          </ac:spMkLst>
        </pc:spChg>
        <pc:spChg chg="add del">
          <ac:chgData name="Ethan P. Janovich" userId="234861c4-535e-431c-9aa7-95bb4533e226" providerId="ADAL" clId="{27A5A6FE-668B-49C6-A978-A6D4810CB91F}" dt="2026-03-29T20:37:36.934" v="659" actId="26606"/>
          <ac:spMkLst>
            <pc:docMk/>
            <pc:sldMk cId="816210219" sldId="266"/>
            <ac:spMk id="38" creationId="{46AD51EB-971C-4722-9A98-42EB5ABCADA3}"/>
          </ac:spMkLst>
        </pc:spChg>
        <pc:spChg chg="add del">
          <ac:chgData name="Ethan P. Janovich" userId="234861c4-535e-431c-9aa7-95bb4533e226" providerId="ADAL" clId="{27A5A6FE-668B-49C6-A978-A6D4810CB91F}" dt="2026-03-29T20:37:49.892" v="661" actId="26606"/>
          <ac:spMkLst>
            <pc:docMk/>
            <pc:sldMk cId="816210219" sldId="266"/>
            <ac:spMk id="44" creationId="{ECB86E21-E2BD-408E-8E61-D30AB8715F20}"/>
          </ac:spMkLst>
        </pc:spChg>
        <pc:spChg chg="add del">
          <ac:chgData name="Ethan P. Janovich" userId="234861c4-535e-431c-9aa7-95bb4533e226" providerId="ADAL" clId="{27A5A6FE-668B-49C6-A978-A6D4810CB91F}" dt="2026-03-29T20:37:49.892" v="661" actId="26606"/>
          <ac:spMkLst>
            <pc:docMk/>
            <pc:sldMk cId="816210219" sldId="266"/>
            <ac:spMk id="45" creationId="{029B38C0-3CC6-4B41-93F3-C479D22DD242}"/>
          </ac:spMkLst>
        </pc:spChg>
        <pc:spChg chg="add del">
          <ac:chgData name="Ethan P. Janovich" userId="234861c4-535e-431c-9aa7-95bb4533e226" providerId="ADAL" clId="{27A5A6FE-668B-49C6-A978-A6D4810CB91F}" dt="2026-03-29T20:37:49.892" v="661" actId="26606"/>
          <ac:spMkLst>
            <pc:docMk/>
            <pc:sldMk cId="816210219" sldId="266"/>
            <ac:spMk id="46" creationId="{0E0F80A2-6611-465C-80A5-6ADAE3F03469}"/>
          </ac:spMkLst>
        </pc:spChg>
        <pc:spChg chg="add del">
          <ac:chgData name="Ethan P. Janovich" userId="234861c4-535e-431c-9aa7-95bb4533e226" providerId="ADAL" clId="{27A5A6FE-668B-49C6-A978-A6D4810CB91F}" dt="2026-03-29T20:37:49.892" v="661" actId="26606"/>
          <ac:spMkLst>
            <pc:docMk/>
            <pc:sldMk cId="816210219" sldId="266"/>
            <ac:spMk id="47" creationId="{267F9DA9-5521-4A58-9B23-C108A3A2470A}"/>
          </ac:spMkLst>
        </pc:spChg>
        <pc:spChg chg="add del">
          <ac:chgData name="Ethan P. Janovich" userId="234861c4-535e-431c-9aa7-95bb4533e226" providerId="ADAL" clId="{27A5A6FE-668B-49C6-A978-A6D4810CB91F}" dt="2026-03-29T20:37:49.892" v="661" actId="26606"/>
          <ac:spMkLst>
            <pc:docMk/>
            <pc:sldMk cId="816210219" sldId="266"/>
            <ac:spMk id="48" creationId="{CF2B5AB8-A75C-49F7-8DF4-3342BF3C8549}"/>
          </ac:spMkLst>
        </pc:spChg>
        <pc:spChg chg="add del">
          <ac:chgData name="Ethan P. Janovich" userId="234861c4-535e-431c-9aa7-95bb4533e226" providerId="ADAL" clId="{27A5A6FE-668B-49C6-A978-A6D4810CB91F}" dt="2026-03-29T20:37:49.892" v="661" actId="26606"/>
          <ac:spMkLst>
            <pc:docMk/>
            <pc:sldMk cId="816210219" sldId="266"/>
            <ac:spMk id="49" creationId="{165B8C92-2D61-44A2-857C-E6980C2A22EB}"/>
          </ac:spMkLst>
        </pc:spChg>
        <pc:spChg chg="add del">
          <ac:chgData name="Ethan P. Janovich" userId="234861c4-535e-431c-9aa7-95bb4533e226" providerId="ADAL" clId="{27A5A6FE-668B-49C6-A978-A6D4810CB91F}" dt="2026-03-29T20:37:55.157" v="663" actId="26606"/>
          <ac:spMkLst>
            <pc:docMk/>
            <pc:sldMk cId="816210219" sldId="266"/>
            <ac:spMk id="52" creationId="{46AD51EB-971C-4722-9A98-42EB5ABCADA3}"/>
          </ac:spMkLst>
        </pc:spChg>
        <pc:spChg chg="add del">
          <ac:chgData name="Ethan P. Janovich" userId="234861c4-535e-431c-9aa7-95bb4533e226" providerId="ADAL" clId="{27A5A6FE-668B-49C6-A978-A6D4810CB91F}" dt="2026-03-29T20:38:01.594" v="665" actId="26606"/>
          <ac:spMkLst>
            <pc:docMk/>
            <pc:sldMk cId="816210219" sldId="266"/>
            <ac:spMk id="58" creationId="{ECB86E21-E2BD-408E-8E61-D30AB8715F20}"/>
          </ac:spMkLst>
        </pc:spChg>
        <pc:spChg chg="add del">
          <ac:chgData name="Ethan P. Janovich" userId="234861c4-535e-431c-9aa7-95bb4533e226" providerId="ADAL" clId="{27A5A6FE-668B-49C6-A978-A6D4810CB91F}" dt="2026-03-29T20:38:01.594" v="665" actId="26606"/>
          <ac:spMkLst>
            <pc:docMk/>
            <pc:sldMk cId="816210219" sldId="266"/>
            <ac:spMk id="59" creationId="{029B38C0-3CC6-4B41-93F3-C479D22DD242}"/>
          </ac:spMkLst>
        </pc:spChg>
        <pc:spChg chg="add del">
          <ac:chgData name="Ethan P. Janovich" userId="234861c4-535e-431c-9aa7-95bb4533e226" providerId="ADAL" clId="{27A5A6FE-668B-49C6-A978-A6D4810CB91F}" dt="2026-03-29T20:38:01.594" v="665" actId="26606"/>
          <ac:spMkLst>
            <pc:docMk/>
            <pc:sldMk cId="816210219" sldId="266"/>
            <ac:spMk id="60" creationId="{0E0F80A2-6611-465C-80A5-6ADAE3F03469}"/>
          </ac:spMkLst>
        </pc:spChg>
        <pc:spChg chg="add del">
          <ac:chgData name="Ethan P. Janovich" userId="234861c4-535e-431c-9aa7-95bb4533e226" providerId="ADAL" clId="{27A5A6FE-668B-49C6-A978-A6D4810CB91F}" dt="2026-03-29T20:38:01.594" v="665" actId="26606"/>
          <ac:spMkLst>
            <pc:docMk/>
            <pc:sldMk cId="816210219" sldId="266"/>
            <ac:spMk id="61" creationId="{267F9DA9-5521-4A58-9B23-C108A3A2470A}"/>
          </ac:spMkLst>
        </pc:spChg>
        <pc:spChg chg="add del">
          <ac:chgData name="Ethan P. Janovich" userId="234861c4-535e-431c-9aa7-95bb4533e226" providerId="ADAL" clId="{27A5A6FE-668B-49C6-A978-A6D4810CB91F}" dt="2026-03-29T20:38:01.594" v="665" actId="26606"/>
          <ac:spMkLst>
            <pc:docMk/>
            <pc:sldMk cId="816210219" sldId="266"/>
            <ac:spMk id="62" creationId="{CF2B5AB8-A75C-49F7-8DF4-3342BF3C8549}"/>
          </ac:spMkLst>
        </pc:spChg>
        <pc:spChg chg="add del">
          <ac:chgData name="Ethan P. Janovich" userId="234861c4-535e-431c-9aa7-95bb4533e226" providerId="ADAL" clId="{27A5A6FE-668B-49C6-A978-A6D4810CB91F}" dt="2026-03-29T20:38:01.594" v="665" actId="26606"/>
          <ac:spMkLst>
            <pc:docMk/>
            <pc:sldMk cId="816210219" sldId="266"/>
            <ac:spMk id="65" creationId="{165B8C92-2D61-44A2-857C-E6980C2A22EB}"/>
          </ac:spMkLst>
        </pc:spChg>
        <pc:grpChg chg="add del">
          <ac:chgData name="Ethan P. Janovich" userId="234861c4-535e-431c-9aa7-95bb4533e226" providerId="ADAL" clId="{27A5A6FE-668B-49C6-A978-A6D4810CB91F}" dt="2026-03-29T20:37:36.934" v="659" actId="26606"/>
          <ac:grpSpMkLst>
            <pc:docMk/>
            <pc:sldMk cId="816210219" sldId="266"/>
            <ac:grpSpMk id="39" creationId="{EFE3ADED-3AFE-42E4-A820-4CB5F2183FB8}"/>
          </ac:grpSpMkLst>
        </pc:grpChg>
        <pc:grpChg chg="add del">
          <ac:chgData name="Ethan P. Janovich" userId="234861c4-535e-431c-9aa7-95bb4533e226" providerId="ADAL" clId="{27A5A6FE-668B-49C6-A978-A6D4810CB91F}" dt="2026-03-29T20:37:55.157" v="663" actId="26606"/>
          <ac:grpSpMkLst>
            <pc:docMk/>
            <pc:sldMk cId="816210219" sldId="266"/>
            <ac:grpSpMk id="53" creationId="{EFE3ADED-3AFE-42E4-A820-4CB5F2183FB8}"/>
          </ac:grpSpMkLst>
        </pc:grpChg>
        <pc:picChg chg="del">
          <ac:chgData name="Ethan P. Janovich" userId="234861c4-535e-431c-9aa7-95bb4533e226" providerId="ADAL" clId="{27A5A6FE-668B-49C6-A978-A6D4810CB91F}" dt="2026-03-29T19:32:52.972" v="542" actId="478"/>
          <ac:picMkLst>
            <pc:docMk/>
            <pc:sldMk cId="816210219" sldId="266"/>
            <ac:picMk id="4" creationId="{E776A272-0AA0-3C1E-BE47-A38A88F5B3E1}"/>
          </ac:picMkLst>
        </pc:picChg>
        <pc:picChg chg="add mod">
          <ac:chgData name="Ethan P. Janovich" userId="234861c4-535e-431c-9aa7-95bb4533e226" providerId="ADAL" clId="{27A5A6FE-668B-49C6-A978-A6D4810CB91F}" dt="2026-03-29T20:38:23.751" v="672" actId="1076"/>
          <ac:picMkLst>
            <pc:docMk/>
            <pc:sldMk cId="816210219" sldId="266"/>
            <ac:picMk id="7" creationId="{409571EC-1D77-7401-0724-718D09C52B31}"/>
          </ac:picMkLst>
        </pc:picChg>
        <pc:picChg chg="add mod">
          <ac:chgData name="Ethan P. Janovich" userId="234861c4-535e-431c-9aa7-95bb4533e226" providerId="ADAL" clId="{27A5A6FE-668B-49C6-A978-A6D4810CB91F}" dt="2026-03-29T20:38:16.471" v="669" actId="1076"/>
          <ac:picMkLst>
            <pc:docMk/>
            <pc:sldMk cId="816210219" sldId="266"/>
            <ac:picMk id="9" creationId="{39C2A432-5C75-1E4C-F9F5-B8B575421380}"/>
          </ac:picMkLst>
        </pc:picChg>
      </pc:sldChg>
      <pc:sldChg chg="modSp mod">
        <pc:chgData name="Ethan P. Janovich" userId="234861c4-535e-431c-9aa7-95bb4533e226" providerId="ADAL" clId="{27A5A6FE-668B-49C6-A978-A6D4810CB91F}" dt="2026-03-29T19:08:42.010" v="130" actId="20577"/>
        <pc:sldMkLst>
          <pc:docMk/>
          <pc:sldMk cId="796459878" sldId="271"/>
        </pc:sldMkLst>
        <pc:spChg chg="mod">
          <ac:chgData name="Ethan P. Janovich" userId="234861c4-535e-431c-9aa7-95bb4533e226" providerId="ADAL" clId="{27A5A6FE-668B-49C6-A978-A6D4810CB91F}" dt="2026-03-29T19:08:35.909" v="129" actId="20577"/>
          <ac:spMkLst>
            <pc:docMk/>
            <pc:sldMk cId="796459878" sldId="271"/>
            <ac:spMk id="4" creationId="{4364836B-A428-9E87-402D-1AD24717F08E}"/>
          </ac:spMkLst>
        </pc:spChg>
        <pc:spChg chg="mod">
          <ac:chgData name="Ethan P. Janovich" userId="234861c4-535e-431c-9aa7-95bb4533e226" providerId="ADAL" clId="{27A5A6FE-668B-49C6-A978-A6D4810CB91F}" dt="2026-03-29T19:08:42.010" v="130" actId="20577"/>
          <ac:spMkLst>
            <pc:docMk/>
            <pc:sldMk cId="796459878" sldId="271"/>
            <ac:spMk id="7" creationId="{58BBEADA-3939-330F-18B2-07C555C6AA42}"/>
          </ac:spMkLst>
        </pc:spChg>
      </pc:sldChg>
    </pc:docChg>
  </pc:docChgLst>
  <pc:docChgLst>
    <pc:chgData name="Lavender B. Wilson" userId="S::wil81891@pennwest.edu::983a4de1-fa1a-4b3b-a3ea-0407ab083b1d" providerId="AD" clId="Web-{6F8470F4-AA01-AF7E-F0B6-864409D69CFB}"/>
    <pc:docChg chg="addSld modSld">
      <pc:chgData name="Lavender B. Wilson" userId="S::wil81891@pennwest.edu::983a4de1-fa1a-4b3b-a3ea-0407ab083b1d" providerId="AD" clId="Web-{6F8470F4-AA01-AF7E-F0B6-864409D69CFB}" dt="2026-03-23T07:28:58.166" v="200" actId="1076"/>
      <pc:docMkLst>
        <pc:docMk/>
      </pc:docMkLst>
      <pc:sldChg chg="modSp">
        <pc:chgData name="Lavender B. Wilson" userId="S::wil81891@pennwest.edu::983a4de1-fa1a-4b3b-a3ea-0407ab083b1d" providerId="AD" clId="Web-{6F8470F4-AA01-AF7E-F0B6-864409D69CFB}" dt="2026-03-23T07:19:38.527" v="14" actId="20577"/>
        <pc:sldMkLst>
          <pc:docMk/>
          <pc:sldMk cId="235494819" sldId="259"/>
        </pc:sldMkLst>
        <pc:spChg chg="mod">
          <ac:chgData name="Lavender B. Wilson" userId="S::wil81891@pennwest.edu::983a4de1-fa1a-4b3b-a3ea-0407ab083b1d" providerId="AD" clId="Web-{6F8470F4-AA01-AF7E-F0B6-864409D69CFB}" dt="2026-03-23T07:19:38.527" v="14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Lavender B. Wilson" userId="S::wil81891@pennwest.edu::983a4de1-fa1a-4b3b-a3ea-0407ab083b1d" providerId="AD" clId="Web-{6F8470F4-AA01-AF7E-F0B6-864409D69CFB}" dt="2026-03-23T07:22:33.480" v="187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6F8470F4-AA01-AF7E-F0B6-864409D69CFB}" dt="2026-03-23T07:22:20.168" v="160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Lavender B. Wilson" userId="S::wil81891@pennwest.edu::983a4de1-fa1a-4b3b-a3ea-0407ab083b1d" providerId="AD" clId="Web-{6F8470F4-AA01-AF7E-F0B6-864409D69CFB}" dt="2026-03-23T07:22:33.480" v="187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Samuel Persinger" userId="S::per6690@pennwest.edu::f27f3664-de55-47d6-b32d-d7b37ddfa4be" providerId="AD" clId="Web-{C605ECFF-1763-72DD-7C74-0BC3E1D6455A}"/>
    <pc:docChg chg="addSld delSld modSld">
      <pc:chgData name="Samuel Persinger" userId="S::per6690@pennwest.edu::f27f3664-de55-47d6-b32d-d7b37ddfa4be" providerId="AD" clId="Web-{C605ECFF-1763-72DD-7C74-0BC3E1D6455A}" dt="2026-03-02T05:22:50.265" v="452" actId="1076"/>
      <pc:docMkLst>
        <pc:docMk/>
      </pc:docMkLst>
      <pc:sldChg chg="modSp">
        <pc:chgData name="Samuel Persinger" userId="S::per6690@pennwest.edu::f27f3664-de55-47d6-b32d-d7b37ddfa4be" providerId="AD" clId="Web-{C605ECFF-1763-72DD-7C74-0BC3E1D6455A}" dt="2026-03-02T03:38:56.738" v="17" actId="20577"/>
        <pc:sldMkLst>
          <pc:docMk/>
          <pc:sldMk cId="2745669654" sldId="256"/>
        </pc:sldMkLst>
        <pc:spChg chg="mod">
          <ac:chgData name="Samuel Persinger" userId="S::per6690@pennwest.edu::f27f3664-de55-47d6-b32d-d7b37ddfa4be" providerId="AD" clId="Web-{C605ECFF-1763-72DD-7C74-0BC3E1D6455A}" dt="2026-03-02T03:38:56.738" v="17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">
        <pc:chgData name="Samuel Persinger" userId="S::per6690@pennwest.edu::f27f3664-de55-47d6-b32d-d7b37ddfa4be" providerId="AD" clId="Web-{C605ECFF-1763-72DD-7C74-0BC3E1D6455A}" dt="2026-03-02T03:40:11.381" v="118" actId="20577"/>
        <pc:sldMkLst>
          <pc:docMk/>
          <pc:sldMk cId="235494819" sldId="259"/>
        </pc:sldMkLst>
        <pc:spChg chg="mod">
          <ac:chgData name="Samuel Persinger" userId="S::per6690@pennwest.edu::f27f3664-de55-47d6-b32d-d7b37ddfa4be" providerId="AD" clId="Web-{C605ECFF-1763-72DD-7C74-0BC3E1D6455A}" dt="2026-03-02T03:40:11.381" v="118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Samuel Persinger" userId="S::per6690@pennwest.edu::f27f3664-de55-47d6-b32d-d7b37ddfa4be" providerId="AD" clId="Web-{C605ECFF-1763-72DD-7C74-0BC3E1D6455A}" dt="2026-03-02T03:53:55.998" v="310" actId="20577"/>
        <pc:sldMkLst>
          <pc:docMk/>
          <pc:sldMk cId="958039725" sldId="260"/>
        </pc:sldMkLst>
      </pc:sldChg>
      <pc:sldChg chg="modSp">
        <pc:chgData name="Samuel Persinger" userId="S::per6690@pennwest.edu::f27f3664-de55-47d6-b32d-d7b37ddfa4be" providerId="AD" clId="Web-{C605ECFF-1763-72DD-7C74-0BC3E1D6455A}" dt="2026-03-02T05:13:31.053" v="444" actId="20577"/>
        <pc:sldMkLst>
          <pc:docMk/>
          <pc:sldMk cId="688135998" sldId="261"/>
        </pc:sldMkLst>
        <pc:spChg chg="mod">
          <ac:chgData name="Samuel Persinger" userId="S::per6690@pennwest.edu::f27f3664-de55-47d6-b32d-d7b37ddfa4be" providerId="AD" clId="Web-{C605ECFF-1763-72DD-7C74-0BC3E1D6455A}" dt="2026-03-02T05:13:31.053" v="444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Samuel Persinger" userId="S::per6690@pennwest.edu::f27f3664-de55-47d6-b32d-d7b37ddfa4be" providerId="AD" clId="Web-{C605ECFF-1763-72DD-7C74-0BC3E1D6455A}" dt="2026-03-02T03:53:39.685" v="292" actId="20577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C605ECFF-1763-72DD-7C74-0BC3E1D6455A}" dt="2026-03-02T03:53:39.685" v="292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C605ECFF-1763-72DD-7C74-0BC3E1D6455A}" dt="2026-03-02T03:53:38.029" v="289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addSp delSp modSp new">
        <pc:chgData name="Samuel Persinger" userId="S::per6690@pennwest.edu::f27f3664-de55-47d6-b32d-d7b37ddfa4be" providerId="AD" clId="Web-{C605ECFF-1763-72DD-7C74-0BC3E1D6455A}" dt="2026-03-02T05:15:14.868" v="449" actId="14100"/>
        <pc:sldMkLst>
          <pc:docMk/>
          <pc:sldMk cId="816210219" sldId="266"/>
        </pc:sldMkLst>
        <pc:spChg chg="mod">
          <ac:chgData name="Samuel Persinger" userId="S::per6690@pennwest.edu::f27f3664-de55-47d6-b32d-d7b37ddfa4be" providerId="AD" clId="Web-{C605ECFF-1763-72DD-7C74-0BC3E1D6455A}" dt="2026-03-02T05:14:30.414" v="446" actId="20577"/>
          <ac:spMkLst>
            <pc:docMk/>
            <pc:sldMk cId="816210219" sldId="266"/>
            <ac:spMk id="2" creationId="{3D5A341D-08C9-A3CF-5D81-42FEB748D1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0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8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8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2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7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3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2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998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51" r:id="rId6"/>
    <p:sldLayoutId id="2147483746" r:id="rId7"/>
    <p:sldLayoutId id="2147483747" r:id="rId8"/>
    <p:sldLayoutId id="2147483748" r:id="rId9"/>
    <p:sldLayoutId id="2147483750" r:id="rId10"/>
    <p:sldLayoutId id="214748374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persinger.github.io/what-now-websit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D901597-12EB-45F9-BB71-F4A2E9CD2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8A06957-B519-4112-A297-4689EAE57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278" y="1"/>
            <a:ext cx="8015617" cy="6292303"/>
          </a:xfrm>
          <a:custGeom>
            <a:avLst/>
            <a:gdLst>
              <a:gd name="connsiteX0" fmla="*/ 5149574 w 8015617"/>
              <a:gd name="connsiteY0" fmla="*/ 0 h 6292303"/>
              <a:gd name="connsiteX1" fmla="*/ 7673124 w 8015617"/>
              <a:gd name="connsiteY1" fmla="*/ 0 h 6292303"/>
              <a:gd name="connsiteX2" fmla="*/ 8015617 w 8015617"/>
              <a:gd name="connsiteY2" fmla="*/ 5843045 h 6292303"/>
              <a:gd name="connsiteX3" fmla="*/ 351134 w 8015617"/>
              <a:gd name="connsiteY3" fmla="*/ 6292303 h 6292303"/>
              <a:gd name="connsiteX4" fmla="*/ 0 w 8015617"/>
              <a:gd name="connsiteY4" fmla="*/ 301845 h 629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5617" h="6292303">
                <a:moveTo>
                  <a:pt x="5149574" y="0"/>
                </a:moveTo>
                <a:lnTo>
                  <a:pt x="7673124" y="0"/>
                </a:lnTo>
                <a:lnTo>
                  <a:pt x="8015617" y="5843045"/>
                </a:lnTo>
                <a:lnTo>
                  <a:pt x="351134" y="6292303"/>
                </a:lnTo>
                <a:lnTo>
                  <a:pt x="0" y="301845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887703D-59A7-4805-B57F-99173594E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682" y="0"/>
            <a:ext cx="7721297" cy="6137534"/>
          </a:xfrm>
          <a:custGeom>
            <a:avLst/>
            <a:gdLst>
              <a:gd name="connsiteX0" fmla="*/ 6989390 w 7721297"/>
              <a:gd name="connsiteY0" fmla="*/ 0 h 6137534"/>
              <a:gd name="connsiteX1" fmla="*/ 7385409 w 7721297"/>
              <a:gd name="connsiteY1" fmla="*/ 0 h 6137534"/>
              <a:gd name="connsiteX2" fmla="*/ 7386140 w 7721297"/>
              <a:gd name="connsiteY2" fmla="*/ 922 h 6137534"/>
              <a:gd name="connsiteX3" fmla="*/ 7390528 w 7721297"/>
              <a:gd name="connsiteY3" fmla="*/ 20974 h 6137534"/>
              <a:gd name="connsiteX4" fmla="*/ 7721024 w 7721297"/>
              <a:gd name="connsiteY4" fmla="*/ 5658922 h 6137534"/>
              <a:gd name="connsiteX5" fmla="*/ 7721023 w 7721297"/>
              <a:gd name="connsiteY5" fmla="*/ 5658927 h 6137534"/>
              <a:gd name="connsiteX6" fmla="*/ 7721297 w 7721297"/>
              <a:gd name="connsiteY6" fmla="*/ 5663572 h 6137534"/>
              <a:gd name="connsiteX7" fmla="*/ 7716147 w 7721297"/>
              <a:gd name="connsiteY7" fmla="*/ 5676259 h 6137534"/>
              <a:gd name="connsiteX8" fmla="*/ 7712139 w 7721297"/>
              <a:gd name="connsiteY8" fmla="*/ 5690502 h 6137534"/>
              <a:gd name="connsiteX9" fmla="*/ 7708519 w 7721297"/>
              <a:gd name="connsiteY9" fmla="*/ 5695048 h 6137534"/>
              <a:gd name="connsiteX10" fmla="*/ 7704935 w 7721297"/>
              <a:gd name="connsiteY10" fmla="*/ 5703877 h 6137534"/>
              <a:gd name="connsiteX11" fmla="*/ 7699090 w 7721297"/>
              <a:gd name="connsiteY11" fmla="*/ 5704214 h 6137534"/>
              <a:gd name="connsiteX12" fmla="*/ 7692214 w 7721297"/>
              <a:gd name="connsiteY12" fmla="*/ 5707603 h 6137534"/>
              <a:gd name="connsiteX13" fmla="*/ 7674726 w 7721297"/>
              <a:gd name="connsiteY13" fmla="*/ 5708628 h 6137534"/>
              <a:gd name="connsiteX14" fmla="*/ 7674412 w 7721297"/>
              <a:gd name="connsiteY14" fmla="*/ 5709720 h 6137534"/>
              <a:gd name="connsiteX15" fmla="*/ 7647609 w 7721297"/>
              <a:gd name="connsiteY15" fmla="*/ 5735871 h 6137534"/>
              <a:gd name="connsiteX16" fmla="*/ 7592212 w 7721297"/>
              <a:gd name="connsiteY16" fmla="*/ 5713464 h 6137534"/>
              <a:gd name="connsiteX17" fmla="*/ 7059543 w 7721297"/>
              <a:gd name="connsiteY17" fmla="*/ 5744687 h 6137534"/>
              <a:gd name="connsiteX18" fmla="*/ 7050496 w 7721297"/>
              <a:gd name="connsiteY18" fmla="*/ 5749000 h 6137534"/>
              <a:gd name="connsiteX19" fmla="*/ 7028578 w 7721297"/>
              <a:gd name="connsiteY19" fmla="*/ 5754084 h 6137534"/>
              <a:gd name="connsiteX20" fmla="*/ 6937660 w 7721297"/>
              <a:gd name="connsiteY20" fmla="*/ 5760288 h 6137534"/>
              <a:gd name="connsiteX21" fmla="*/ 6884223 w 7721297"/>
              <a:gd name="connsiteY21" fmla="*/ 5767636 h 6137534"/>
              <a:gd name="connsiteX22" fmla="*/ 6865431 w 7721297"/>
              <a:gd name="connsiteY22" fmla="*/ 5776138 h 6137534"/>
              <a:gd name="connsiteX23" fmla="*/ 6838171 w 7721297"/>
              <a:gd name="connsiteY23" fmla="*/ 5784171 h 6137534"/>
              <a:gd name="connsiteX24" fmla="*/ 6791231 w 7721297"/>
              <a:gd name="connsiteY24" fmla="*/ 5802772 h 6137534"/>
              <a:gd name="connsiteX25" fmla="*/ 6745506 w 7721297"/>
              <a:gd name="connsiteY25" fmla="*/ 5812285 h 6137534"/>
              <a:gd name="connsiteX26" fmla="*/ 6714572 w 7721297"/>
              <a:gd name="connsiteY26" fmla="*/ 5815422 h 6137534"/>
              <a:gd name="connsiteX27" fmla="*/ 6710059 w 7721297"/>
              <a:gd name="connsiteY27" fmla="*/ 5815424 h 6137534"/>
              <a:gd name="connsiteX28" fmla="*/ 6672310 w 7721297"/>
              <a:gd name="connsiteY28" fmla="*/ 5808283 h 6137534"/>
              <a:gd name="connsiteX29" fmla="*/ 6669118 w 7721297"/>
              <a:gd name="connsiteY29" fmla="*/ 5813181 h 6137534"/>
              <a:gd name="connsiteX30" fmla="*/ 6657741 w 7721297"/>
              <a:gd name="connsiteY30" fmla="*/ 5818650 h 6137534"/>
              <a:gd name="connsiteX31" fmla="*/ 6647425 w 7721297"/>
              <a:gd name="connsiteY31" fmla="*/ 5813632 h 6137534"/>
              <a:gd name="connsiteX32" fmla="*/ 6600070 w 7721297"/>
              <a:gd name="connsiteY32" fmla="*/ 5806385 h 6137534"/>
              <a:gd name="connsiteX33" fmla="*/ 6531112 w 7721297"/>
              <a:gd name="connsiteY33" fmla="*/ 5801193 h 6137534"/>
              <a:gd name="connsiteX34" fmla="*/ 6520435 w 7721297"/>
              <a:gd name="connsiteY34" fmla="*/ 5796037 h 6137534"/>
              <a:gd name="connsiteX35" fmla="*/ 6452509 w 7721297"/>
              <a:gd name="connsiteY35" fmla="*/ 5785889 h 6137534"/>
              <a:gd name="connsiteX36" fmla="*/ 6417173 w 7721297"/>
              <a:gd name="connsiteY36" fmla="*/ 5785777 h 6137534"/>
              <a:gd name="connsiteX37" fmla="*/ 6413565 w 7721297"/>
              <a:gd name="connsiteY37" fmla="*/ 5791272 h 6137534"/>
              <a:gd name="connsiteX38" fmla="*/ 6403089 w 7721297"/>
              <a:gd name="connsiteY38" fmla="*/ 5790492 h 6137534"/>
              <a:gd name="connsiteX39" fmla="*/ 6400340 w 7721297"/>
              <a:gd name="connsiteY39" fmla="*/ 5791439 h 6137534"/>
              <a:gd name="connsiteX40" fmla="*/ 6384541 w 7721297"/>
              <a:gd name="connsiteY40" fmla="*/ 5795714 h 6137534"/>
              <a:gd name="connsiteX41" fmla="*/ 6380988 w 7721297"/>
              <a:gd name="connsiteY41" fmla="*/ 5785886 h 6137534"/>
              <a:gd name="connsiteX42" fmla="*/ 6376190 w 7721297"/>
              <a:gd name="connsiteY42" fmla="*/ 5784742 h 6137534"/>
              <a:gd name="connsiteX43" fmla="*/ 6203462 w 7721297"/>
              <a:gd name="connsiteY43" fmla="*/ 5794867 h 6137534"/>
              <a:gd name="connsiteX44" fmla="*/ 6189193 w 7721297"/>
              <a:gd name="connsiteY44" fmla="*/ 5804914 h 6137534"/>
              <a:gd name="connsiteX45" fmla="*/ 6143467 w 7721297"/>
              <a:gd name="connsiteY45" fmla="*/ 5814428 h 6137534"/>
              <a:gd name="connsiteX46" fmla="*/ 6112533 w 7721297"/>
              <a:gd name="connsiteY46" fmla="*/ 5817565 h 6137534"/>
              <a:gd name="connsiteX47" fmla="*/ 6108020 w 7721297"/>
              <a:gd name="connsiteY47" fmla="*/ 5817567 h 6137534"/>
              <a:gd name="connsiteX48" fmla="*/ 6070270 w 7721297"/>
              <a:gd name="connsiteY48" fmla="*/ 5810426 h 6137534"/>
              <a:gd name="connsiteX49" fmla="*/ 6067079 w 7721297"/>
              <a:gd name="connsiteY49" fmla="*/ 5815324 h 6137534"/>
              <a:gd name="connsiteX50" fmla="*/ 6055703 w 7721297"/>
              <a:gd name="connsiteY50" fmla="*/ 5820793 h 6137534"/>
              <a:gd name="connsiteX51" fmla="*/ 6045386 w 7721297"/>
              <a:gd name="connsiteY51" fmla="*/ 5815775 h 6137534"/>
              <a:gd name="connsiteX52" fmla="*/ 5998031 w 7721297"/>
              <a:gd name="connsiteY52" fmla="*/ 5808528 h 6137534"/>
              <a:gd name="connsiteX53" fmla="*/ 5985928 w 7721297"/>
              <a:gd name="connsiteY53" fmla="*/ 5807617 h 6137534"/>
              <a:gd name="connsiteX54" fmla="*/ 5484277 w 7721297"/>
              <a:gd name="connsiteY54" fmla="*/ 5837022 h 6137534"/>
              <a:gd name="connsiteX55" fmla="*/ 5050621 w 7721297"/>
              <a:gd name="connsiteY55" fmla="*/ 5862441 h 6137534"/>
              <a:gd name="connsiteX56" fmla="*/ 4764988 w 7721297"/>
              <a:gd name="connsiteY56" fmla="*/ 5879183 h 6137534"/>
              <a:gd name="connsiteX57" fmla="*/ 4742173 w 7721297"/>
              <a:gd name="connsiteY57" fmla="*/ 5880683 h 6137534"/>
              <a:gd name="connsiteX58" fmla="*/ 4603476 w 7721297"/>
              <a:gd name="connsiteY58" fmla="*/ 5888890 h 6137534"/>
              <a:gd name="connsiteX59" fmla="*/ 4602500 w 7721297"/>
              <a:gd name="connsiteY59" fmla="*/ 5888708 h 6137534"/>
              <a:gd name="connsiteX60" fmla="*/ 357873 w 7721297"/>
              <a:gd name="connsiteY60" fmla="*/ 6137509 h 6137534"/>
              <a:gd name="connsiteX61" fmla="*/ 331163 w 7721297"/>
              <a:gd name="connsiteY61" fmla="*/ 6102479 h 6137534"/>
              <a:gd name="connsiteX62" fmla="*/ 83 w 7721297"/>
              <a:gd name="connsiteY62" fmla="*/ 454154 h 6137534"/>
              <a:gd name="connsiteX63" fmla="*/ 22525 w 7721297"/>
              <a:gd name="connsiteY63" fmla="*/ 416348 h 6137534"/>
              <a:gd name="connsiteX64" fmla="*/ 1139279 w 7721297"/>
              <a:gd name="connsiteY64" fmla="*/ 350888 h 6137534"/>
              <a:gd name="connsiteX65" fmla="*/ 1175131 w 7721297"/>
              <a:gd name="connsiteY65" fmla="*/ 338519 h 6137534"/>
              <a:gd name="connsiteX66" fmla="*/ 1213225 w 7721297"/>
              <a:gd name="connsiteY66" fmla="*/ 346554 h 6137534"/>
              <a:gd name="connsiteX67" fmla="*/ 1712871 w 7721297"/>
              <a:gd name="connsiteY67" fmla="*/ 317267 h 6137534"/>
              <a:gd name="connsiteX68" fmla="*/ 1779193 w 7721297"/>
              <a:gd name="connsiteY68" fmla="*/ 313380 h 6137534"/>
              <a:gd name="connsiteX69" fmla="*/ 1815597 w 7721297"/>
              <a:gd name="connsiteY69" fmla="*/ 300302 h 6137534"/>
              <a:gd name="connsiteX70" fmla="*/ 1852738 w 7721297"/>
              <a:gd name="connsiteY70" fmla="*/ 285584 h 6137534"/>
              <a:gd name="connsiteX71" fmla="*/ 1888919 w 7721297"/>
              <a:gd name="connsiteY71" fmla="*/ 278056 h 6137534"/>
              <a:gd name="connsiteX72" fmla="*/ 1916966 w 7721297"/>
              <a:gd name="connsiteY72" fmla="*/ 275572 h 6137534"/>
              <a:gd name="connsiteX73" fmla="*/ 1946834 w 7721297"/>
              <a:gd name="connsiteY73" fmla="*/ 281223 h 6137534"/>
              <a:gd name="connsiteX74" fmla="*/ 1966525 w 7721297"/>
              <a:gd name="connsiteY74" fmla="*/ 276990 h 6137534"/>
              <a:gd name="connsiteX75" fmla="*/ 2003994 w 7721297"/>
              <a:gd name="connsiteY75" fmla="*/ 282725 h 6137534"/>
              <a:gd name="connsiteX76" fmla="*/ 2058557 w 7721297"/>
              <a:gd name="connsiteY76" fmla="*/ 286832 h 6137534"/>
              <a:gd name="connsiteX77" fmla="*/ 2096277 w 7721297"/>
              <a:gd name="connsiteY77" fmla="*/ 292409 h 6137534"/>
              <a:gd name="connsiteX78" fmla="*/ 2103602 w 7721297"/>
              <a:gd name="connsiteY78" fmla="*/ 294364 h 6137534"/>
              <a:gd name="connsiteX79" fmla="*/ 2347448 w 7721297"/>
              <a:gd name="connsiteY79" fmla="*/ 280071 h 6137534"/>
              <a:gd name="connsiteX80" fmla="*/ 2365280 w 7721297"/>
              <a:gd name="connsiteY80" fmla="*/ 276360 h 6137534"/>
              <a:gd name="connsiteX81" fmla="*/ 2426123 w 7721297"/>
              <a:gd name="connsiteY81" fmla="*/ 275459 h 6137534"/>
              <a:gd name="connsiteX82" fmla="*/ 2434723 w 7721297"/>
              <a:gd name="connsiteY82" fmla="*/ 271325 h 6137534"/>
              <a:gd name="connsiteX83" fmla="*/ 2494266 w 7721297"/>
              <a:gd name="connsiteY83" fmla="*/ 271465 h 6137534"/>
              <a:gd name="connsiteX84" fmla="*/ 2559092 w 7721297"/>
              <a:gd name="connsiteY84" fmla="*/ 264581 h 6137534"/>
              <a:gd name="connsiteX85" fmla="*/ 2563462 w 7721297"/>
              <a:gd name="connsiteY85" fmla="*/ 256037 h 6137534"/>
              <a:gd name="connsiteX86" fmla="*/ 2577676 w 7721297"/>
              <a:gd name="connsiteY86" fmla="*/ 254477 h 6137534"/>
              <a:gd name="connsiteX87" fmla="*/ 2600129 w 7721297"/>
              <a:gd name="connsiteY87" fmla="*/ 253320 h 6137534"/>
              <a:gd name="connsiteX88" fmla="*/ 2650911 w 7721297"/>
              <a:gd name="connsiteY88" fmla="*/ 259040 h 613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7A8C6F9B-7F00-C7A3-D833-A184C4BD9A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4000"/>
          </a:blip>
          <a:srcRect l="11388" r="4637"/>
          <a:stretch>
            <a:fillRect/>
          </a:stretch>
        </p:blipFill>
        <p:spPr>
          <a:xfrm>
            <a:off x="553208" y="10"/>
            <a:ext cx="7721297" cy="6137524"/>
          </a:xfrm>
          <a:custGeom>
            <a:avLst/>
            <a:gdLst/>
            <a:ahLst/>
            <a:cxnLst/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2DA5F8-1619-65C5-4089-A769DFBCB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692" y="1122362"/>
            <a:ext cx="3995508" cy="3451215"/>
          </a:xfrm>
        </p:spPr>
        <p:txBody>
          <a:bodyPr>
            <a:normAutofit/>
          </a:bodyPr>
          <a:lstStyle/>
          <a:p>
            <a:r>
              <a:rPr lang="en-US"/>
              <a:t>What 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56AC3-37DC-D6C1-1254-14B0A60E3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8826" y="5259377"/>
            <a:ext cx="3350458" cy="109662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/>
              <a:t>Week 11 Report</a:t>
            </a:r>
          </a:p>
          <a:p>
            <a:r>
              <a:rPr lang="en-US" sz="1500"/>
              <a:t>Ethan Janovich, Sam Persinger, Lavender Wilson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857A3BA-A9AD-43E0-A911-3E9658723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22665">
            <a:off x="664635" y="-248395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B0DEDD-DA5F-418A-B256-C1F53D913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9D8498-7B91-40F3-A731-2B4443F6B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C14BFE5-C2A1-474A-AC02-DCD8519CAF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2CF4ECB-6EDD-4A8E-A497-54D2957D6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3E26055-BF58-4169-90CE-4F652B427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566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2CAB0C-70DE-4DC8-BA46-0246B910F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BF02D-1786-21F8-514A-E7D12FC4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341" y="577121"/>
            <a:ext cx="8843854" cy="1365979"/>
          </a:xfrm>
        </p:spPr>
        <p:txBody>
          <a:bodyPr>
            <a:normAutofit/>
          </a:bodyPr>
          <a:lstStyle/>
          <a:p>
            <a:pPr algn="ctr"/>
            <a:r>
              <a:rPr lang="en-US"/>
              <a:t>This Week: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68C39-6463-1024-5137-BF66DD483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177" y="2302042"/>
            <a:ext cx="6688182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000"/>
              <a:t>Generate commands is finished</a:t>
            </a:r>
          </a:p>
          <a:p>
            <a:pPr algn="ctr"/>
            <a:r>
              <a:rPr lang="en-US" sz="2000"/>
              <a:t>Pop-ups to confirm commands on the Voice screen</a:t>
            </a:r>
          </a:p>
          <a:p>
            <a:pPr algn="ctr"/>
            <a:r>
              <a:rPr lang="en-US" sz="2000"/>
              <a:t>Android recipe development continued</a:t>
            </a:r>
          </a:p>
          <a:p>
            <a:pPr algn="ctr"/>
            <a:r>
              <a:rPr lang="en-US" sz="2000"/>
              <a:t>Edit and Search UI implemented</a:t>
            </a:r>
          </a:p>
          <a:p>
            <a:pPr algn="ctr"/>
            <a:r>
              <a:rPr lang="en-US" sz="2000"/>
              <a:t>Notifications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686979-EF4E-47AD-9ABF-CFD1C5AC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B4EAB5A-33BE-44EA-84C8-5446C3225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7AA46DE-C3A7-41A3-BF3B-358FB3EF61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4426D2-7B82-4A15-A406-9CA7655EBC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91F0D9-BE92-48CA-875E-CEC979B4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49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BBCB0E-D444-4662-99B6-968FADD9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11074-E354-B751-1B21-44E10118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>
            <a:normAutofit/>
          </a:bodyPr>
          <a:lstStyle/>
          <a:p>
            <a:pPr algn="ctr"/>
            <a:r>
              <a:rPr lang="en-US"/>
              <a:t>Challenges and solutions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BCF46B-3163-4E66-9BB3-AAC9997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FABCCE-353C-4DF3-82A1-0A3254A6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69B21E5-8A56-4BB0-A2F9-E1D18D1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2E0FB7C-6BC0-4404-BBCB-6DD5D28DC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CD1BD2-FA34-4758-A9C5-6723ACAD7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BBBD9-8322-A65E-381E-DE079DC25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08225"/>
            <a:ext cx="4555958" cy="38541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/>
              <a:t>Challenges:</a:t>
            </a:r>
          </a:p>
          <a:p>
            <a:pPr marL="342900" indent="-342900">
              <a:buAutoNum type="arabicPeriod"/>
            </a:pPr>
            <a:r>
              <a:rPr lang="en-US" sz="1800"/>
              <a:t>Getting command confirmation pop-up for edit commands.</a:t>
            </a:r>
          </a:p>
          <a:p>
            <a:pPr marL="342900" indent="-342900">
              <a:buAutoNum type="arabicPeriod"/>
            </a:pPr>
            <a:r>
              <a:rPr lang="en-US" sz="1800"/>
              <a:t>Allowing more relaxed language for commands.</a:t>
            </a:r>
          </a:p>
          <a:p>
            <a:pPr marL="342900" indent="-342900">
              <a:buAutoNum type="arabicPeriod"/>
            </a:pPr>
            <a:r>
              <a:rPr lang="en-US" sz="1800"/>
              <a:t>Incorrect library used in recipe setup script</a:t>
            </a:r>
          </a:p>
          <a:p>
            <a:pPr marL="342900" indent="-342900">
              <a:buAutoNum type="arabicPeriod"/>
            </a:pPr>
            <a:r>
              <a:rPr lang="en-US" sz="1800"/>
              <a:t>Figuring out implementing async/await for the </a:t>
            </a:r>
            <a:r>
              <a:rPr lang="en-US" sz="1800" err="1"/>
              <a:t>notifs</a:t>
            </a:r>
            <a:r>
              <a:rPr lang="en-US" sz="180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F8835-9EFB-B113-AE2A-E0A5EF4033CC}"/>
              </a:ext>
            </a:extLst>
          </p:cNvPr>
          <p:cNvSpPr txBox="1"/>
          <p:nvPr/>
        </p:nvSpPr>
        <p:spPr>
          <a:xfrm>
            <a:off x="6096000" y="2274737"/>
            <a:ext cx="5422232" cy="40811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/>
              <a:t>Solutions:</a:t>
            </a:r>
          </a:p>
          <a:p>
            <a:pPr>
              <a:lnSpc>
                <a:spcPct val="120000"/>
              </a:lnSpc>
            </a:pPr>
            <a:endParaRPr lang="en-US"/>
          </a:p>
          <a:p>
            <a:pPr marL="285750" indent="-285750">
              <a:buAutoNum type="arabicPeriod"/>
            </a:pPr>
            <a:r>
              <a:rPr lang="en-US"/>
              <a:t> Extract updated event from tuple, only include edited fields in pop-ups for edit, no old values.</a:t>
            </a:r>
          </a:p>
          <a:p>
            <a:pPr marL="285750" indent="-285750">
              <a:buAutoNum type="arabicPeriod"/>
            </a:pPr>
            <a:endParaRPr lang="en-US"/>
          </a:p>
          <a:p>
            <a:pPr marL="285750" indent="-285750">
              <a:buAutoNum type="arabicPeriod"/>
            </a:pPr>
            <a:r>
              <a:rPr lang="en-US"/>
              <a:t>Made AI model prompt shorter and more concise and instruct to specifically convert words like “move” or “create” to the correct command.</a:t>
            </a:r>
          </a:p>
          <a:p>
            <a:pPr marL="285750" indent="-285750">
              <a:buAutoNum type="arabicPeriod"/>
            </a:pPr>
            <a:r>
              <a:rPr lang="en-US"/>
              <a:t>Changed all referenced instances of that library to the correct one</a:t>
            </a:r>
          </a:p>
          <a:p>
            <a:pPr marL="285750" indent="-285750">
              <a:buAutoNum type="arabicPeriod"/>
            </a:pPr>
            <a:r>
              <a:rPr lang="en-US"/>
              <a:t>Not difficult, just never done it in python before.</a:t>
            </a:r>
          </a:p>
        </p:txBody>
      </p:sp>
    </p:spTree>
    <p:extLst>
      <p:ext uri="{BB962C8B-B14F-4D97-AF65-F5344CB8AC3E}">
        <p14:creationId xmlns:p14="http://schemas.microsoft.com/office/powerpoint/2010/main" val="244011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A341D-08C9-A3CF-5D81-42FEB748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Command Pop-ups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EEDCFF-44E1-FB2F-F364-8D09B19F7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Input: “schedule meeting for April 2 at 8 am” and “move exam to April 8”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9571EC-1D77-7401-0724-718D09C52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076" y="2713391"/>
            <a:ext cx="5150195" cy="39594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C2A432-5C75-1E4C-F9F5-B8B575421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79" y="2713391"/>
            <a:ext cx="5275955" cy="395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1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8DC72-6230-8650-A202-7E8F12C7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 views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4366A2-34B9-8AE6-E1BF-DA8BD0D13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053" y="2169590"/>
            <a:ext cx="3949725" cy="3854167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15EE7D-69FE-D937-A51B-4BD56C182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803" y="2170277"/>
            <a:ext cx="4064083" cy="38534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98769F-4780-01B3-4E06-1120CDFFD7CC}"/>
              </a:ext>
            </a:extLst>
          </p:cNvPr>
          <p:cNvSpPr txBox="1"/>
          <p:nvPr/>
        </p:nvSpPr>
        <p:spPr>
          <a:xfrm>
            <a:off x="1118260" y="6031675"/>
            <a:ext cx="96783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Search view                                  Day 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337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4D5B1-A123-4039-AB25-D807F21A5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Gantt Chart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DE0D429-FA12-88BD-C182-56C812C2E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We </a:t>
            </a:r>
            <a:r>
              <a:rPr lang="en-US" sz="2000"/>
              <a:t>must</a:t>
            </a:r>
            <a:r>
              <a:rPr lang="en-US" sz="2000" dirty="0"/>
              <a:t> use our wiggle room at the </a:t>
            </a:r>
            <a:r>
              <a:rPr lang="en-US" sz="2000"/>
              <a:t>end of the Gantt chart to finish the project in time. </a:t>
            </a:r>
            <a:endParaRPr lang="en-US" sz="2000" dirty="0"/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Content Placeholder 6" descr="Hourglass 60% with solid fill">
            <a:extLst>
              <a:ext uri="{FF2B5EF4-FFF2-40B4-BE49-F238E27FC236}">
                <a16:creationId xmlns:a16="http://schemas.microsoft.com/office/drawing/2014/main" id="{B8EE0BA4-B38E-40B3-12AE-097A0C422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3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F693-20C8-F1E9-6973-7DB0F898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Gantt Chart</a:t>
            </a:r>
          </a:p>
        </p:txBody>
      </p:sp>
      <p:pic>
        <p:nvPicPr>
          <p:cNvPr id="9" name="Content Placeholder 8" descr="A screenshot of a calendar&#10;&#10;AI-generated content may be incorrect.">
            <a:extLst>
              <a:ext uri="{FF2B5EF4-FFF2-40B4-BE49-F238E27FC236}">
                <a16:creationId xmlns:a16="http://schemas.microsoft.com/office/drawing/2014/main" id="{F6140BD7-B0CE-B9C2-8397-0ECB0D827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2255" y="140889"/>
            <a:ext cx="7435854" cy="3592543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35EAAFF4-B5BD-4F2A-3A6D-984C9B753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201" y="3448731"/>
            <a:ext cx="7428140" cy="327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54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3C95D-F311-A390-8288-2B917FA2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4C773-DE22-DF56-5600-5FCBDDA1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Touch up Command parsing</a:t>
            </a:r>
          </a:p>
          <a:p>
            <a:r>
              <a:rPr lang="en-US" sz="2000"/>
              <a:t>Read in Calendar/ Save Calendar using </a:t>
            </a:r>
            <a:r>
              <a:rPr lang="en-US" sz="2000" err="1"/>
              <a:t>icalendar</a:t>
            </a:r>
            <a:r>
              <a:rPr lang="en-US" sz="2000"/>
              <a:t> library</a:t>
            </a:r>
          </a:p>
          <a:p>
            <a:r>
              <a:rPr lang="en-US" sz="2000"/>
              <a:t>Finish with notifications. Almost complete</a:t>
            </a:r>
          </a:p>
          <a:p>
            <a:r>
              <a:rPr lang="en-US" sz="2000"/>
              <a:t>Continue recipe development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Upstairs with solid fill">
            <a:extLst>
              <a:ext uri="{FF2B5EF4-FFF2-40B4-BE49-F238E27FC236}">
                <a16:creationId xmlns:a16="http://schemas.microsoft.com/office/drawing/2014/main" id="{707B3226-9928-D038-8B03-C78D4BAC7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35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5C06-D70E-F4D5-7D12-FB0DD445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EC1D2-F76F-6A5B-72DE-661ED7949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We will be storing all our documents, including reports, on this website: </a:t>
            </a:r>
            <a:r>
              <a:rPr lang="en-US" sz="2200">
                <a:ea typeface="+mn-lt"/>
                <a:cs typeface="+mn-lt"/>
                <a:hlinkClick r:id="rId2"/>
              </a:rPr>
              <a:t>https://spersinger.github.io/what-now-website/</a:t>
            </a:r>
            <a:endParaRPr lang="en-US">
              <a:ea typeface="+mn-lt"/>
              <a:cs typeface="+mn-lt"/>
            </a:endParaRPr>
          </a:p>
          <a:p>
            <a:endParaRPr lang="en-US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6385982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Streetscape2">
      <a:dk1>
        <a:sysClr val="windowText" lastClr="000000"/>
      </a:dk1>
      <a:lt1>
        <a:srgbClr val="FFFFFF"/>
      </a:lt1>
      <a:dk2>
        <a:srgbClr val="191919"/>
      </a:dk2>
      <a:lt2>
        <a:srgbClr val="F3F2EE"/>
      </a:lt2>
      <a:accent1>
        <a:srgbClr val="448885"/>
      </a:accent1>
      <a:accent2>
        <a:srgbClr val="627C58"/>
      </a:accent2>
      <a:accent3>
        <a:srgbClr val="848358"/>
      </a:accent3>
      <a:accent4>
        <a:srgbClr val="547096"/>
      </a:accent4>
      <a:accent5>
        <a:srgbClr val="646464"/>
      </a:accent5>
      <a:accent6>
        <a:srgbClr val="A8A8A8"/>
      </a:accent6>
      <a:hlink>
        <a:srgbClr val="0563C1"/>
      </a:hlink>
      <a:folHlink>
        <a:srgbClr val="954F72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StreetscapeVTI</vt:lpstr>
      <vt:lpstr>What Now?</vt:lpstr>
      <vt:lpstr>This Week:</vt:lpstr>
      <vt:lpstr>Challenges and solutions</vt:lpstr>
      <vt:lpstr>Command Pop-ups</vt:lpstr>
      <vt:lpstr>Event views</vt:lpstr>
      <vt:lpstr>Gantt Chart</vt:lpstr>
      <vt:lpstr>Gantt Chart</vt:lpstr>
      <vt:lpstr>Next Steps</vt:lpstr>
      <vt:lpstr>Website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Now?</dc:title>
  <dc:creator>Ethan P. Janovich</dc:creator>
  <cp:revision>21</cp:revision>
  <dcterms:created xsi:type="dcterms:W3CDTF">2026-01-24T15:50:45Z</dcterms:created>
  <dcterms:modified xsi:type="dcterms:W3CDTF">2026-03-30T13:16:51Z</dcterms:modified>
</cp:coreProperties>
</file>