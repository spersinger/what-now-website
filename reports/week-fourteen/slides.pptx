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70" r:id="rId5"/>
    <p:sldId id="260" r:id="rId6"/>
    <p:sldId id="268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C4129-DE37-1608-7516-05E188702374}" v="26" dt="2026-04-20T06:02:55.013"/>
    <p1510:client id="{BF94D222-F3E0-5762-02E0-79D87327C083}" v="60" dt="2026-04-20T13:17:17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4DC0FF72-331F-1675-02B7-1E2E57EDA20D}"/>
    <pc:docChg chg="modSld">
      <pc:chgData name="Lavender B. Wilson" userId="S::wil81891@pennwest.edu::983a4de1-fa1a-4b3b-a3ea-0407ab083b1d" providerId="AD" clId="Web-{4DC0FF72-331F-1675-02B7-1E2E57EDA20D}" dt="2026-04-13T03:23:28.034" v="99" actId="20577"/>
      <pc:docMkLst>
        <pc:docMk/>
      </pc:docMkLst>
      <pc:sldChg chg="modSp">
        <pc:chgData name="Lavender B. Wilson" userId="S::wil81891@pennwest.edu::983a4de1-fa1a-4b3b-a3ea-0407ab083b1d" providerId="AD" clId="Web-{4DC0FF72-331F-1675-02B7-1E2E57EDA20D}" dt="2026-04-13T03:22:02.947" v="6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DC0FF72-331F-1675-02B7-1E2E57EDA20D}" dt="2026-04-13T03:22:02.947" v="6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4DC0FF72-331F-1675-02B7-1E2E57EDA20D}" dt="2026-04-13T03:23:28.034" v="99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DC0FF72-331F-1675-02B7-1E2E57EDA20D}" dt="2026-04-13T03:23:03.501" v="66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DC0FF72-331F-1675-02B7-1E2E57EDA20D}" dt="2026-04-13T03:23:28.034" v="9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Ethan P. Janovich" userId="234861c4-535e-431c-9aa7-95bb4533e226" providerId="ADAL" clId="{79425B1F-E787-4A95-91BF-46B89E2A962D}"/>
    <pc:docChg chg="undo custSel addSld delSld modSld sldOrd">
      <pc:chgData name="Ethan P. Janovich" userId="234861c4-535e-431c-9aa7-95bb4533e226" providerId="ADAL" clId="{79425B1F-E787-4A95-91BF-46B89E2A962D}" dt="2026-04-20T12:03:22.069" v="5339" actId="20577"/>
      <pc:docMkLst>
        <pc:docMk/>
      </pc:docMkLst>
      <pc:sldChg chg="modSp mod">
        <pc:chgData name="Ethan P. Janovich" userId="234861c4-535e-431c-9aa7-95bb4533e226" providerId="ADAL" clId="{79425B1F-E787-4A95-91BF-46B89E2A962D}" dt="2026-04-18T16:07:51.989" v="4864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4-18T16:07:51.989" v="4864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79425B1F-E787-4A95-91BF-46B89E2A962D}" dt="2026-04-18T16:09:10.623" v="4914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4-18T16:09:10.623" v="491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delSp modSp mod">
        <pc:chgData name="Ethan P. Janovich" userId="234861c4-535e-431c-9aa7-95bb4533e226" providerId="ADAL" clId="{79425B1F-E787-4A95-91BF-46B89E2A962D}" dt="2026-04-20T12:03:22.069" v="5339" actId="20577"/>
        <pc:sldMkLst>
          <pc:docMk/>
          <pc:sldMk cId="958039725" sldId="260"/>
        </pc:sldMkLst>
        <pc:spChg chg="add mod">
          <ac:chgData name="Ethan P. Janovich" userId="234861c4-535e-431c-9aa7-95bb4533e226" providerId="ADAL" clId="{79425B1F-E787-4A95-91BF-46B89E2A962D}" dt="2026-04-20T12:03:22.069" v="5339" actId="20577"/>
          <ac:spMkLst>
            <pc:docMk/>
            <pc:sldMk cId="958039725" sldId="260"/>
            <ac:spMk id="21" creationId="{DDE0D429-FA12-88BD-C182-56C812C2E370}"/>
          </ac:spMkLst>
        </pc:spChg>
      </pc:sldChg>
      <pc:sldChg chg="modSp mod ord">
        <pc:chgData name="Ethan P. Janovich" userId="234861c4-535e-431c-9aa7-95bb4533e226" providerId="ADAL" clId="{79425B1F-E787-4A95-91BF-46B89E2A962D}" dt="2026-04-18T16:11:09.945" v="5060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4-18T16:11:09.945" v="506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 mod">
        <pc:chgData name="Ethan P. Janovich" userId="234861c4-535e-431c-9aa7-95bb4533e226" providerId="ADAL" clId="{79425B1F-E787-4A95-91BF-46B89E2A962D}" dt="2026-04-18T16:08:23.909" v="4870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4-18T16:08:14.435" v="4868" actId="27636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Ethan P. Janovich" userId="234861c4-535e-431c-9aa7-95bb4533e226" providerId="ADAL" clId="{79425B1F-E787-4A95-91BF-46B89E2A962D}" dt="2026-04-18T16:08:23.909" v="4870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">
        <pc:chgData name="Ethan P. Janovich" userId="234861c4-535e-431c-9aa7-95bb4533e226" providerId="ADAL" clId="{79425B1F-E787-4A95-91BF-46B89E2A962D}" dt="2026-04-06T12:40:08.751" v="4862" actId="14100"/>
        <pc:sldMkLst>
          <pc:docMk/>
          <pc:sldMk cId="3218854293" sldId="268"/>
        </pc:sldMkLst>
        <pc:picChg chg="add mod ord">
          <ac:chgData name="Ethan P. Janovich" userId="234861c4-535e-431c-9aa7-95bb4533e226" providerId="ADAL" clId="{79425B1F-E787-4A95-91BF-46B89E2A962D}" dt="2026-04-06T12:40:08.751" v="4862" actId="14100"/>
          <ac:picMkLst>
            <pc:docMk/>
            <pc:sldMk cId="3218854293" sldId="268"/>
            <ac:picMk id="5" creationId="{42F7EA1D-C51E-6398-AF04-843DB3B44364}"/>
          </ac:picMkLst>
        </pc:picChg>
        <pc:picChg chg="add mod">
          <ac:chgData name="Ethan P. Janovich" userId="234861c4-535e-431c-9aa7-95bb4533e226" providerId="ADAL" clId="{79425B1F-E787-4A95-91BF-46B89E2A962D}" dt="2026-04-06T12:39:57.810" v="4861" actId="14100"/>
          <ac:picMkLst>
            <pc:docMk/>
            <pc:sldMk cId="3218854293" sldId="268"/>
            <ac:picMk id="7" creationId="{239AF634-DBF4-98E9-712A-8D283872F08C}"/>
          </ac:picMkLst>
        </pc:picChg>
      </pc:sldChg>
      <pc:sldChg chg="modSp new mod">
        <pc:chgData name="Ethan P. Janovich" userId="234861c4-535e-431c-9aa7-95bb4533e226" providerId="ADAL" clId="{79425B1F-E787-4A95-91BF-46B89E2A962D}" dt="2026-04-18T16:08:52.905" v="4883" actId="20577"/>
        <pc:sldMkLst>
          <pc:docMk/>
          <pc:sldMk cId="3669733240" sldId="270"/>
        </pc:sldMkLst>
        <pc:spChg chg="mod">
          <ac:chgData name="Ethan P. Janovich" userId="234861c4-535e-431c-9aa7-95bb4533e226" providerId="ADAL" clId="{79425B1F-E787-4A95-91BF-46B89E2A962D}" dt="2026-04-18T16:08:52.905" v="4883" actId="20577"/>
          <ac:spMkLst>
            <pc:docMk/>
            <pc:sldMk cId="3669733240" sldId="270"/>
            <ac:spMk id="2" creationId="{780FB2BE-7F91-1C08-D185-C8EB51C6D750}"/>
          </ac:spMkLst>
        </pc:spChg>
      </pc:sldChg>
    </pc:docChg>
  </pc:docChgLst>
  <pc:docChgLst>
    <pc:chgData name="Lavender B. Wilson" userId="S::wil81891@pennwest.edu::983a4de1-fa1a-4b3b-a3ea-0407ab083b1d" providerId="AD" clId="Web-{8D3C4129-DE37-1608-7516-05E188702374}"/>
    <pc:docChg chg="modSld">
      <pc:chgData name="Lavender B. Wilson" userId="S::wil81891@pennwest.edu::983a4de1-fa1a-4b3b-a3ea-0407ab083b1d" providerId="AD" clId="Web-{8D3C4129-DE37-1608-7516-05E188702374}" dt="2026-04-20T06:02:51.560" v="15" actId="20577"/>
      <pc:docMkLst>
        <pc:docMk/>
      </pc:docMkLst>
      <pc:sldChg chg="modSp">
        <pc:chgData name="Lavender B. Wilson" userId="S::wil81891@pennwest.edu::983a4de1-fa1a-4b3b-a3ea-0407ab083b1d" providerId="AD" clId="Web-{8D3C4129-DE37-1608-7516-05E188702374}" dt="2026-04-20T06:02:51.560" v="15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8D3C4129-DE37-1608-7516-05E188702374}" dt="2026-04-20T06:02:41.576" v="5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8D3C4129-DE37-1608-7516-05E188702374}" dt="2026-04-20T06:02:51.560" v="15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BF94D222-F3E0-5762-02E0-79D87327C083}"/>
    <pc:docChg chg="modSld">
      <pc:chgData name="Samuel Persinger" userId="S::per6690@pennwest.edu::f27f3664-de55-47d6-b32d-d7b37ddfa4be" providerId="AD" clId="Web-{BF94D222-F3E0-5762-02E0-79D87327C083}" dt="2026-04-20T13:17:15.472" v="25" actId="20577"/>
      <pc:docMkLst>
        <pc:docMk/>
      </pc:docMkLst>
      <pc:sldChg chg="modSp">
        <pc:chgData name="Samuel Persinger" userId="S::per6690@pennwest.edu::f27f3664-de55-47d6-b32d-d7b37ddfa4be" providerId="AD" clId="Web-{BF94D222-F3E0-5762-02E0-79D87327C083}" dt="2026-04-20T13:17:15.472" v="25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BF94D222-F3E0-5762-02E0-79D87327C083}" dt="2026-04-20T13:16:56.300" v="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BF94D222-F3E0-5762-02E0-79D87327C083}" dt="2026-04-20T13:17:15.472" v="25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Lavender B. Wilson" userId="S::wil81891@pennwest.edu::983a4de1-fa1a-4b3b-a3ea-0407ab083b1d" providerId="AD" clId="Web-{8EDD3DA9-F796-71F4-D82D-818DE3CB6764}"/>
    <pc:docChg chg="delSld modSld">
      <pc:chgData name="Lavender B. Wilson" userId="S::wil81891@pennwest.edu::983a4de1-fa1a-4b3b-a3ea-0407ab083b1d" providerId="AD" clId="Web-{8EDD3DA9-F796-71F4-D82D-818DE3CB6764}" dt="2026-03-30T04:57:15.321" v="120" actId="20577"/>
      <pc:docMkLst>
        <pc:docMk/>
      </pc:docMkLst>
      <pc:sldChg chg="modSp">
        <pc:chgData name="Lavender B. Wilson" userId="S::wil81891@pennwest.edu::983a4de1-fa1a-4b3b-a3ea-0407ab083b1d" providerId="AD" clId="Web-{8EDD3DA9-F796-71F4-D82D-818DE3CB6764}" dt="2026-03-30T04:56:00.504" v="44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8EDD3DA9-F796-71F4-D82D-818DE3CB6764}" dt="2026-03-30T04:56:00.504" v="44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7:15.321" v="120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8EDD3DA9-F796-71F4-D82D-818DE3CB6764}" dt="2026-03-30T04:57:15.321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8EDD3DA9-F796-71F4-D82D-818DE3CB6764}" dt="2026-03-30T04:56:49.054" v="108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8EDD3DA9-F796-71F4-D82D-818DE3CB6764}" dt="2026-03-30T04:56:34.413" v="7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8EDD3DA9-F796-71F4-D82D-818DE3CB6764}" dt="2026-03-30T04:56:49.054" v="108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82AA5EB1-2562-893A-865A-5A58EA92B7A8}"/>
    <pc:docChg chg="addSld delSld modSld">
      <pc:chgData name="Samuel Persinger" userId="S::per6690@pennwest.edu::f27f3664-de55-47d6-b32d-d7b37ddfa4be" providerId="AD" clId="Web-{82AA5EB1-2562-893A-865A-5A58EA92B7A8}" dt="2026-03-23T13:05:00.960" v="300" actId="20577"/>
      <pc:docMkLst>
        <pc:docMk/>
      </pc:docMkLst>
    </pc:docChg>
  </pc:docChgLst>
  <pc:docChgLst>
    <pc:chgData clId="Web-{BF94D222-F3E0-5762-02E0-79D87327C083}"/>
    <pc:docChg chg="modSld">
      <pc:chgData name="" userId="" providerId="" clId="Web-{BF94D222-F3E0-5762-02E0-79D87327C083}" dt="2026-04-20T13:16:51.925" v="5" actId="20577"/>
      <pc:docMkLst>
        <pc:docMk/>
      </pc:docMkLst>
      <pc:sldChg chg="modSp">
        <pc:chgData name="" userId="" providerId="" clId="Web-{BF94D222-F3E0-5762-02E0-79D87327C083}" dt="2026-04-20T13:16:51.925" v="5" actId="20577"/>
        <pc:sldMkLst>
          <pc:docMk/>
          <pc:sldMk cId="2440117310" sldId="262"/>
        </pc:sldMkLst>
        <pc:spChg chg="mod">
          <ac:chgData name="" userId="" providerId="" clId="Web-{BF94D222-F3E0-5762-02E0-79D87327C083}" dt="2026-04-20T13:16:51.925" v="5" actId="20577"/>
          <ac:spMkLst>
            <pc:docMk/>
            <pc:sldMk cId="2440117310" sldId="262"/>
            <ac:spMk id="4" creationId="{A54BBBD9-8322-A65E-381E-DE079DC255B9}"/>
          </ac:spMkLst>
        </pc:spChg>
      </pc:sldChg>
    </pc:docChg>
  </pc:docChgLst>
  <pc:docChgLst>
    <pc:chgData name="Lavender B. Wilson" userId="S::wil81891@pennwest.edu::983a4de1-fa1a-4b3b-a3ea-0407ab083b1d" providerId="AD" clId="Web-{4AC31E19-1D4B-51AD-3871-23F9821720EE}"/>
    <pc:docChg chg="modSld">
      <pc:chgData name="Lavender B. Wilson" userId="S::wil81891@pennwest.edu::983a4de1-fa1a-4b3b-a3ea-0407ab083b1d" providerId="AD" clId="Web-{4AC31E19-1D4B-51AD-3871-23F9821720EE}" dt="2026-04-06T04:09:08.090" v="86" actId="20577"/>
      <pc:docMkLst>
        <pc:docMk/>
      </pc:docMkLst>
      <pc:sldChg chg="modSp">
        <pc:chgData name="Lavender B. Wilson" userId="S::wil81891@pennwest.edu::983a4de1-fa1a-4b3b-a3ea-0407ab083b1d" providerId="AD" clId="Web-{4AC31E19-1D4B-51AD-3871-23F9821720EE}" dt="2026-04-06T03:48:24.069" v="16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AC31E19-1D4B-51AD-3871-23F9821720EE}" dt="2026-04-06T03:48:24.069" v="16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modSp">
        <pc:chgData name="Lavender B. Wilson" userId="S::wil81891@pennwest.edu::983a4de1-fa1a-4b3b-a3ea-0407ab083b1d" providerId="AD" clId="Web-{4AC31E19-1D4B-51AD-3871-23F9821720EE}" dt="2026-04-06T03:48:29.834" v="18"/>
        <pc:sldMkLst>
          <pc:docMk/>
          <pc:sldMk cId="958039725" sldId="260"/>
        </pc:sldMkLst>
      </pc:sldChg>
      <pc:sldChg chg="modSp">
        <pc:chgData name="Lavender B. Wilson" userId="S::wil81891@pennwest.edu::983a4de1-fa1a-4b3b-a3ea-0407ab083b1d" providerId="AD" clId="Web-{4AC31E19-1D4B-51AD-3871-23F9821720EE}" dt="2026-04-06T04:09:08.090" v="86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AC31E19-1D4B-51AD-3871-23F9821720EE}" dt="2026-04-06T04:09:04.324" v="77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AC31E19-1D4B-51AD-3871-23F9821720EE}" dt="2026-04-06T04:09:08.090" v="86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f27f3664-de55-47d6-b32d-d7b37ddfa4be" providerId="ADAL" clId="{7DC3C62D-5CEF-4B39-8C87-8ED9FC9259A7}"/>
    <pc:docChg chg="custSel modSld">
      <pc:chgData name="Samuel Persinger" userId="f27f3664-de55-47d6-b32d-d7b37ddfa4be" providerId="ADAL" clId="{7DC3C62D-5CEF-4B39-8C87-8ED9FC9259A7}" dt="2026-03-23T12:54:06.825" v="77" actId="14100"/>
      <pc:docMkLst>
        <pc:docMk/>
      </pc:docMkLst>
    </pc:docChg>
  </pc:docChgLst>
  <pc:docChgLst>
    <pc:chgData name="Samuel Persinger" userId="S::per6690@pennwest.edu::f27f3664-de55-47d6-b32d-d7b37ddfa4be" providerId="AD" clId="Web-{41BA6692-7CCF-D5DD-9A90-7F151A2BB182}"/>
    <pc:docChg chg="addSld delSld modSld">
      <pc:chgData name="Samuel Persinger" userId="S::per6690@pennwest.edu::f27f3664-de55-47d6-b32d-d7b37ddfa4be" providerId="AD" clId="Web-{41BA6692-7CCF-D5DD-9A90-7F151A2BB182}" dt="2026-04-13T12:54:29.646" v="180" actId="1076"/>
      <pc:docMkLst>
        <pc:docMk/>
      </pc:docMkLst>
      <pc:sldChg chg="modSp">
        <pc:chgData name="Samuel Persinger" userId="S::per6690@pennwest.edu::f27f3664-de55-47d6-b32d-d7b37ddfa4be" providerId="AD" clId="Web-{41BA6692-7CCF-D5DD-9A90-7F151A2BB182}" dt="2026-04-13T12:44:26.936" v="18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41BA6692-7CCF-D5DD-9A90-7F151A2BB182}" dt="2026-04-13T12:44:26.936" v="1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41BA6692-7CCF-D5DD-9A90-7F151A2BB182}" dt="2026-04-13T12:49:29.802" v="167" actId="1076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41BA6692-7CCF-D5DD-9A90-7F151A2BB182}" dt="2026-04-13T12:49:29.770" v="165" actId="1076"/>
          <ac:spMkLst>
            <pc:docMk/>
            <pc:sldMk cId="2440117310" sldId="262"/>
            <ac:spMk id="2" creationId="{AE511074-E354-B751-1B21-44E10118E572}"/>
          </ac:spMkLst>
        </pc:spChg>
        <pc:spChg chg="mod">
          <ac:chgData name="Samuel Persinger" userId="S::per6690@pennwest.edu::f27f3664-de55-47d6-b32d-d7b37ddfa4be" providerId="AD" clId="Web-{41BA6692-7CCF-D5DD-9A90-7F151A2BB182}" dt="2026-04-13T12:49:29.786" v="166" actId="1076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41BA6692-7CCF-D5DD-9A90-7F151A2BB182}" dt="2026-04-13T12:49:29.802" v="167" actId="1076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83F57618-0CFF-DEB8-3A47-CDCFC05C9B32}"/>
    <pc:docChg chg="addSld modSld sldOrd">
      <pc:chgData name="Samuel Persinger" userId="S::per6690@pennwest.edu::f27f3664-de55-47d6-b32d-d7b37ddfa4be" providerId="AD" clId="Web-{83F57618-0CFF-DEB8-3A47-CDCFC05C9B32}" dt="2026-04-06T13:11:06.988" v="336" actId="20577"/>
      <pc:docMkLst>
        <pc:docMk/>
      </pc:docMkLst>
      <pc:sldChg chg="modSp">
        <pc:chgData name="Samuel Persinger" userId="S::per6690@pennwest.edu::f27f3664-de55-47d6-b32d-d7b37ddfa4be" providerId="AD" clId="Web-{83F57618-0CFF-DEB8-3A47-CDCFC05C9B32}" dt="2026-04-06T12:56:14.106" v="117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83F57618-0CFF-DEB8-3A47-CDCFC05C9B32}" dt="2026-04-06T12:56:14.106" v="117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83F57618-0CFF-DEB8-3A47-CDCFC05C9B32}" dt="2026-04-06T12:54:21.745" v="109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83F57618-0CFF-DEB8-3A47-CDCFC05C9B32}" dt="2026-04-06T12:54:02.948" v="88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83F57618-0CFF-DEB8-3A47-CDCFC05C9B32}" dt="2026-04-06T12:54:21.745" v="10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D31AF86E-3F21-16A0-2182-B8CED72E8B7E}"/>
    <pc:docChg chg="addSld delSld modSld">
      <pc:chgData name="Samuel Persinger" userId="S::per6690@pennwest.edu::f27f3664-de55-47d6-b32d-d7b37ddfa4be" providerId="AD" clId="Web-{D31AF86E-3F21-16A0-2182-B8CED72E8B7E}" dt="2026-03-30T13:16:45.833" v="233" actId="20577"/>
      <pc:docMkLst>
        <pc:docMk/>
      </pc:docMkLst>
      <pc:sldChg chg="modSp">
        <pc:chgData name="Samuel Persinger" userId="S::per6690@pennwest.edu::f27f3664-de55-47d6-b32d-d7b37ddfa4be" providerId="AD" clId="Web-{D31AF86E-3F21-16A0-2182-B8CED72E8B7E}" dt="2026-03-30T12:43:03.682" v="135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D31AF86E-3F21-16A0-2182-B8CED72E8B7E}" dt="2026-03-30T12:43:03.682" v="135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3:16:45.833" v="233" actId="20577"/>
        <pc:sldMkLst>
          <pc:docMk/>
          <pc:sldMk cId="958039725" sldId="260"/>
        </pc:sldMkLst>
        <pc:spChg chg="mod">
          <ac:chgData name="Samuel Persinger" userId="S::per6690@pennwest.edu::f27f3664-de55-47d6-b32d-d7b37ddfa4be" providerId="AD" clId="Web-{D31AF86E-3F21-16A0-2182-B8CED72E8B7E}" dt="2026-03-30T13:16:45.833" v="233" actId="20577"/>
          <ac:spMkLst>
            <pc:docMk/>
            <pc:sldMk cId="958039725" sldId="260"/>
            <ac:spMk id="21" creationId="{DDE0D429-FA12-88BD-C182-56C812C2E370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41:32.260" v="120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D31AF86E-3F21-16A0-2182-B8CED72E8B7E}" dt="2026-03-30T12:41:32.260" v="120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D31AF86E-3F21-16A0-2182-B8CED72E8B7E}" dt="2026-03-30T12:35:59.760" v="96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D31AF86E-3F21-16A0-2182-B8CED72E8B7E}" dt="2026-03-30T12:35:50.041" v="75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D31AF86E-3F21-16A0-2182-B8CED72E8B7E}" dt="2026-03-30T12:35:59.760" v="96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Ethan P. Janovich" userId="234861c4-535e-431c-9aa7-95bb4533e226" providerId="ADAL" clId="{27A5A6FE-668B-49C6-A978-A6D4810CB91F}"/>
    <pc:docChg chg="undo custSel addSld delSld modSld">
      <pc:chgData name="Ethan P. Janovich" userId="234861c4-535e-431c-9aa7-95bb4533e226" providerId="ADAL" clId="{27A5A6FE-668B-49C6-A978-A6D4810CB91F}" dt="2026-04-12T14:38:42.930" v="1733" actId="20577"/>
      <pc:docMkLst>
        <pc:docMk/>
      </pc:docMkLst>
      <pc:sldChg chg="modSp mod">
        <pc:chgData name="Ethan P. Janovich" userId="234861c4-535e-431c-9aa7-95bb4533e226" providerId="ADAL" clId="{27A5A6FE-668B-49C6-A978-A6D4810CB91F}" dt="2026-04-12T14:18:32.940" v="886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27A5A6FE-668B-49C6-A978-A6D4810CB91F}" dt="2026-04-12T14:18:32.940" v="886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27A5A6FE-668B-49C6-A978-A6D4810CB91F}" dt="2026-04-12T14:38:42.930" v="1733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27A5A6FE-668B-49C6-A978-A6D4810CB91F}" dt="2026-04-12T14:38:42.930" v="1733" actId="20577"/>
          <ac:spMkLst>
            <pc:docMk/>
            <pc:sldMk cId="688135998" sldId="261"/>
            <ac:spMk id="3" creationId="{D4A4C773-DE22-DF56-5600-5FCBDDA14B5E}"/>
          </ac:spMkLst>
        </pc:spChg>
      </pc:sldChg>
    </pc:docChg>
  </pc:docChgLst>
  <pc:docChgLst>
    <pc:chgData name="Lavender B. Wilson" userId="S::wil81891@pennwest.edu::983a4de1-fa1a-4b3b-a3ea-0407ab083b1d" providerId="AD" clId="Web-{6F8470F4-AA01-AF7E-F0B6-864409D69CFB}"/>
    <pc:docChg chg="addSld modSld">
      <pc:chgData name="Lavender B. Wilson" userId="S::wil81891@pennwest.edu::983a4de1-fa1a-4b3b-a3ea-0407ab083b1d" providerId="AD" clId="Web-{6F8470F4-AA01-AF7E-F0B6-864409D69CFB}" dt="2026-03-23T07:28:58.166" v="200" actId="1076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Week 14 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dirty="0"/>
              <a:t>Android build</a:t>
            </a:r>
          </a:p>
          <a:p>
            <a:pPr algn="ctr"/>
            <a:r>
              <a:rPr lang="en-US" sz="2000" dirty="0"/>
              <a:t>Bug fixes + error handling</a:t>
            </a:r>
          </a:p>
          <a:p>
            <a:pPr algn="ctr"/>
            <a:r>
              <a:rPr lang="en-US" sz="2000" dirty="0"/>
              <a:t>User manual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-1587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661411"/>
            <a:ext cx="4555958" cy="3854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/>
              <a:t>Challenges:</a:t>
            </a:r>
          </a:p>
          <a:p>
            <a:pPr marL="342900" indent="-342900">
              <a:buAutoNum type="arabicPeriod"/>
            </a:pPr>
            <a:r>
              <a:rPr lang="en-US" sz="1800"/>
              <a:t>Android (many)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/>
              <a:t>Bug fixes across the application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26514" y="1661411"/>
            <a:ext cx="5422232" cy="17306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dirty="0"/>
              <a:t>Solutions: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/>
              <a:t>(many)</a:t>
            </a:r>
            <a:endParaRPr lang="en-US" dirty="0"/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buAutoNum type="arabicPeriod"/>
            </a:pPr>
            <a:r>
              <a:rPr lang="en-US"/>
              <a:t>Update ordering of events, fix some buggy document scanner stuff.</a:t>
            </a:r>
            <a:endParaRPr lang="en-US" dirty="0"/>
          </a:p>
          <a:p>
            <a:pPr>
              <a:lnSpc>
                <a:spcPct val="120000"/>
              </a:lnSpc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B2BE-7F91-1C08-D185-C8EB51C6D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659F5-A913-3F34-5843-B510008B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DE0D429-FA12-88BD-C182-56C812C2E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We are in good shape to finish everything that is needed this week.</a:t>
            </a:r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Content Placeholder 6" descr="Hourglass 60% with solid fill">
            <a:extLst>
              <a:ext uri="{FF2B5EF4-FFF2-40B4-BE49-F238E27FC236}">
                <a16:creationId xmlns:a16="http://schemas.microsoft.com/office/drawing/2014/main" id="{B8EE0BA4-B38E-40B3-12AE-097A0C422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F693-20C8-F1E9-6973-7DB0F898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7EA1D-C51E-6398-AF04-843DB3B44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620" y="71537"/>
            <a:ext cx="7416544" cy="372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9AF634-DBF4-98E9-712A-8D283872F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620" y="3796146"/>
            <a:ext cx="7527380" cy="304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In depth testing and reviewing of all code</a:t>
            </a:r>
          </a:p>
          <a:p>
            <a:r>
              <a:rPr lang="en-US" sz="2000" dirty="0"/>
              <a:t>Presentation</a:t>
            </a:r>
          </a:p>
          <a:p>
            <a:r>
              <a:rPr lang="en-US" sz="2000" dirty="0"/>
              <a:t>User Manual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StreetscapeVTI</vt:lpstr>
      <vt:lpstr>What Now?</vt:lpstr>
      <vt:lpstr>This Week:</vt:lpstr>
      <vt:lpstr>Challenges and solutions</vt:lpstr>
      <vt:lpstr>Live Demo</vt:lpstr>
      <vt:lpstr>Gantt Chart</vt:lpstr>
      <vt:lpstr>Gantt Chart</vt:lpstr>
      <vt:lpstr>Next Steps</vt:lpstr>
      <vt:lpstr>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Now?</dc:title>
  <dc:creator>Ethan P. Janovich</dc:creator>
  <cp:lastModifiedBy>Ethan P. Janovich</cp:lastModifiedBy>
  <cp:revision>128</cp:revision>
  <dcterms:created xsi:type="dcterms:W3CDTF">2026-01-24T15:50:45Z</dcterms:created>
  <dcterms:modified xsi:type="dcterms:W3CDTF">2026-04-20T13:17:18Z</dcterms:modified>
</cp:coreProperties>
</file>