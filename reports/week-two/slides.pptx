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FFDC5B-A4A5-42A1-BEBA-CC4925E63130}" v="2" dt="2026-01-26T02:55:48.246"/>
    <p1510:client id="{70169856-6D21-4635-8369-754DF5356F33}" v="1" dt="2026-01-26T14:53:08.187"/>
    <p1510:client id="{CF698164-78AE-4676-A86B-0C74CE695737}" v="3" dt="2026-01-25T16:50:14.523"/>
    <p1510:client id="{F24F4A92-064E-3D61-B7A2-54EA19B973B9}" v="16" dt="2026-01-26T02:42:09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vender B. Wilson" userId="S::wil81891@pennwest.edu::983a4de1-fa1a-4b3b-a3ea-0407ab083b1d" providerId="AD" clId="Web-{68A3A946-D153-FFE5-2796-F4CD92B04487}"/>
    <pc:docChg chg="modSld">
      <pc:chgData name="Lavender B. Wilson" userId="S::wil81891@pennwest.edu::983a4de1-fa1a-4b3b-a3ea-0407ab083b1d" providerId="AD" clId="Web-{68A3A946-D153-FFE5-2796-F4CD92B04487}" dt="2026-01-26T02:50:36.949" v="110" actId="20577"/>
      <pc:docMkLst>
        <pc:docMk/>
      </pc:docMkLst>
      <pc:sldChg chg="modSp">
        <pc:chgData name="Lavender B. Wilson" userId="S::wil81891@pennwest.edu::983a4de1-fa1a-4b3b-a3ea-0407ab083b1d" providerId="AD" clId="Web-{68A3A946-D153-FFE5-2796-F4CD92B04487}" dt="2026-01-26T02:50:36.949" v="110" actId="20577"/>
        <pc:sldMkLst>
          <pc:docMk/>
          <pc:sldMk cId="958039725" sldId="260"/>
        </pc:sldMkLst>
        <pc:graphicFrameChg chg="modGraphic">
          <ac:chgData name="Lavender B. Wilson" userId="S::wil81891@pennwest.edu::983a4de1-fa1a-4b3b-a3ea-0407ab083b1d" providerId="AD" clId="Web-{68A3A946-D153-FFE5-2796-F4CD92B04487}" dt="2026-01-26T02:50:36.949" v="110" actId="20577"/>
          <ac:graphicFrameMkLst>
            <pc:docMk/>
            <pc:sldMk cId="958039725" sldId="260"/>
            <ac:graphicFrameMk id="6" creationId="{8A634116-A947-3B52-5F70-52F5BB41F808}"/>
          </ac:graphicFrameMkLst>
        </pc:graphicFrameChg>
      </pc:sldChg>
    </pc:docChg>
  </pc:docChgLst>
  <pc:docChgLst>
    <pc:chgData name="Ethan P. Janovich" userId="234861c4-535e-431c-9aa7-95bb4533e226" providerId="ADAL" clId="{27A5A6FE-668B-49C6-A978-A6D4810CB91F}"/>
    <pc:docChg chg="modSld">
      <pc:chgData name="Ethan P. Janovich" userId="234861c4-535e-431c-9aa7-95bb4533e226" providerId="ADAL" clId="{27A5A6FE-668B-49C6-A978-A6D4810CB91F}" dt="2026-01-26T14:53:08.187" v="0"/>
      <pc:docMkLst>
        <pc:docMk/>
      </pc:docMkLst>
      <pc:sldChg chg="modSp">
        <pc:chgData name="Ethan P. Janovich" userId="234861c4-535e-431c-9aa7-95bb4533e226" providerId="ADAL" clId="{27A5A6FE-668B-49C6-A978-A6D4810CB91F}" dt="2026-01-26T14:53:08.187" v="0"/>
        <pc:sldMkLst>
          <pc:docMk/>
          <pc:sldMk cId="958039725" sldId="260"/>
        </pc:sldMkLst>
        <pc:graphicFrameChg chg="mod">
          <ac:chgData name="Ethan P. Janovich" userId="234861c4-535e-431c-9aa7-95bb4533e226" providerId="ADAL" clId="{27A5A6FE-668B-49C6-A978-A6D4810CB91F}" dt="2026-01-26T14:53:08.187" v="0"/>
          <ac:graphicFrameMkLst>
            <pc:docMk/>
            <pc:sldMk cId="958039725" sldId="260"/>
            <ac:graphicFrameMk id="6" creationId="{8A634116-A947-3B52-5F70-52F5BB41F808}"/>
          </ac:graphicFrameMkLst>
        </pc:graphicFrameChg>
      </pc:sldChg>
    </pc:docChg>
  </pc:docChgLst>
  <pc:docChgLst>
    <pc:chgData name="Lavender B. Wilson" userId="S::wil81891@pennwest.edu::983a4de1-fa1a-4b3b-a3ea-0407ab083b1d" providerId="AD" clId="Web-{21FFDC5B-A4A5-42A1-BEBA-CC4925E63130}"/>
    <pc:docChg chg="modSld">
      <pc:chgData name="Lavender B. Wilson" userId="S::wil81891@pennwest.edu::983a4de1-fa1a-4b3b-a3ea-0407ab083b1d" providerId="AD" clId="Web-{21FFDC5B-A4A5-42A1-BEBA-CC4925E63130}" dt="2026-01-26T02:55:48.246" v="1" actId="20577"/>
      <pc:docMkLst>
        <pc:docMk/>
      </pc:docMkLst>
      <pc:sldChg chg="modSp">
        <pc:chgData name="Lavender B. Wilson" userId="S::wil81891@pennwest.edu::983a4de1-fa1a-4b3b-a3ea-0407ab083b1d" providerId="AD" clId="Web-{21FFDC5B-A4A5-42A1-BEBA-CC4925E63130}" dt="2026-01-26T02:55:48.246" v="1" actId="20577"/>
        <pc:sldMkLst>
          <pc:docMk/>
          <pc:sldMk cId="688135998" sldId="261"/>
        </pc:sldMkLst>
        <pc:spChg chg="mod">
          <ac:chgData name="Lavender B. Wilson" userId="S::wil81891@pennwest.edu::983a4de1-fa1a-4b3b-a3ea-0407ab083b1d" providerId="AD" clId="Web-{21FFDC5B-A4A5-42A1-BEBA-CC4925E63130}" dt="2026-01-26T02:55:48.246" v="1" actId="20577"/>
          <ac:spMkLst>
            <pc:docMk/>
            <pc:sldMk cId="688135998" sldId="261"/>
            <ac:spMk id="3" creationId="{D4A4C773-DE22-DF56-5600-5FCBDDA14B5E}"/>
          </ac:spMkLst>
        </pc:spChg>
      </pc:sldChg>
    </pc:docChg>
  </pc:docChgLst>
  <pc:docChgLst>
    <pc:chgData name="Ethan P. Janovich" userId="234861c4-535e-431c-9aa7-95bb4533e226" providerId="ADAL" clId="{79425B1F-E787-4A95-91BF-46B89E2A962D}"/>
    <pc:docChg chg="undo custSel addSld modSld addMainMaster delMainMaster">
      <pc:chgData name="Ethan P. Janovich" userId="234861c4-535e-431c-9aa7-95bb4533e226" providerId="ADAL" clId="{79425B1F-E787-4A95-91BF-46B89E2A962D}" dt="2026-01-25T16:50:14.523" v="2517"/>
      <pc:docMkLst>
        <pc:docMk/>
      </pc:docMkLst>
      <pc:sldChg chg="addSp delSp modSp mod setBg modClrScheme addAnim modAnim setClrOvrMap chgLayout">
        <pc:chgData name="Ethan P. Janovich" userId="234861c4-535e-431c-9aa7-95bb4533e226" providerId="ADAL" clId="{79425B1F-E787-4A95-91BF-46B89E2A962D}" dt="2026-01-25T16:50:14.523" v="2517"/>
        <pc:sldMkLst>
          <pc:docMk/>
          <pc:sldMk cId="2745669654" sldId="256"/>
        </pc:sldMkLst>
        <pc:spChg chg="mod">
          <ac:chgData name="Ethan P. Janovich" userId="234861c4-535e-431c-9aa7-95bb4533e226" providerId="ADAL" clId="{79425B1F-E787-4A95-91BF-46B89E2A962D}" dt="2026-01-24T15:56:44.948" v="33" actId="26606"/>
          <ac:spMkLst>
            <pc:docMk/>
            <pc:sldMk cId="2745669654" sldId="256"/>
            <ac:spMk id="2" creationId="{882DA5F8-1619-65C5-4089-A769DFBCB00D}"/>
          </ac:spMkLst>
        </pc:spChg>
        <pc:spChg chg="mod">
          <ac:chgData name="Ethan P. Janovich" userId="234861c4-535e-431c-9aa7-95bb4533e226" providerId="ADAL" clId="{79425B1F-E787-4A95-91BF-46B89E2A962D}" dt="2026-01-25T16:49:53.966" v="2516" actId="26606"/>
          <ac:spMkLst>
            <pc:docMk/>
            <pc:sldMk cId="2745669654" sldId="256"/>
            <ac:spMk id="3" creationId="{BF956AC3-37DC-D6C1-1254-14B0A60E3007}"/>
          </ac:spMkLst>
        </pc:spChg>
        <pc:spChg chg="add del">
          <ac:chgData name="Ethan P. Janovich" userId="234861c4-535e-431c-9aa7-95bb4533e226" providerId="ADAL" clId="{79425B1F-E787-4A95-91BF-46B89E2A962D}" dt="2026-01-25T16:49:53.966" v="2516" actId="26606"/>
          <ac:spMkLst>
            <pc:docMk/>
            <pc:sldMk cId="2745669654" sldId="256"/>
            <ac:spMk id="29" creationId="{6D901597-12EB-45F9-BB71-F4A2E9CD2964}"/>
          </ac:spMkLst>
        </pc:spChg>
        <pc:spChg chg="add del">
          <ac:chgData name="Ethan P. Janovich" userId="234861c4-535e-431c-9aa7-95bb4533e226" providerId="ADAL" clId="{79425B1F-E787-4A95-91BF-46B89E2A962D}" dt="2026-01-25T16:49:53.966" v="2516" actId="26606"/>
          <ac:spMkLst>
            <pc:docMk/>
            <pc:sldMk cId="2745669654" sldId="256"/>
            <ac:spMk id="30" creationId="{B8A06957-B519-4112-A297-4689EAE57F01}"/>
          </ac:spMkLst>
        </pc:spChg>
        <pc:spChg chg="add del">
          <ac:chgData name="Ethan P. Janovich" userId="234861c4-535e-431c-9aa7-95bb4533e226" providerId="ADAL" clId="{79425B1F-E787-4A95-91BF-46B89E2A962D}" dt="2026-01-25T16:49:53.966" v="2516" actId="26606"/>
          <ac:spMkLst>
            <pc:docMk/>
            <pc:sldMk cId="2745669654" sldId="256"/>
            <ac:spMk id="31" creationId="{4887703D-59A7-4805-B57F-99173594EECB}"/>
          </ac:spMkLst>
        </pc:spChg>
        <pc:spChg chg="add del">
          <ac:chgData name="Ethan P. Janovich" userId="234861c4-535e-431c-9aa7-95bb4533e226" providerId="ADAL" clId="{79425B1F-E787-4A95-91BF-46B89E2A962D}" dt="2026-01-25T16:49:53.966" v="2516" actId="26606"/>
          <ac:spMkLst>
            <pc:docMk/>
            <pc:sldMk cId="2745669654" sldId="256"/>
            <ac:spMk id="32" creationId="{E857A3BA-A9AD-43E0-A911-3E9658723FEB}"/>
          </ac:spMkLst>
        </pc:spChg>
        <pc:spChg chg="add del">
          <ac:chgData name="Ethan P. Janovich" userId="234861c4-535e-431c-9aa7-95bb4533e226" providerId="ADAL" clId="{79425B1F-E787-4A95-91BF-46B89E2A962D}" dt="2026-01-25T16:49:53.966" v="2516" actId="26606"/>
          <ac:spMkLst>
            <pc:docMk/>
            <pc:sldMk cId="2745669654" sldId="256"/>
            <ac:spMk id="37" creationId="{6D901597-12EB-45F9-BB71-F4A2E9CD2964}"/>
          </ac:spMkLst>
        </pc:spChg>
        <pc:spChg chg="add del">
          <ac:chgData name="Ethan P. Janovich" userId="234861c4-535e-431c-9aa7-95bb4533e226" providerId="ADAL" clId="{79425B1F-E787-4A95-91BF-46B89E2A962D}" dt="2026-01-25T16:49:53.966" v="2516" actId="26606"/>
          <ac:spMkLst>
            <pc:docMk/>
            <pc:sldMk cId="2745669654" sldId="256"/>
            <ac:spMk id="39" creationId="{B8A06957-B519-4112-A297-4689EAE57F01}"/>
          </ac:spMkLst>
        </pc:spChg>
        <pc:spChg chg="add del">
          <ac:chgData name="Ethan P. Janovich" userId="234861c4-535e-431c-9aa7-95bb4533e226" providerId="ADAL" clId="{79425B1F-E787-4A95-91BF-46B89E2A962D}" dt="2026-01-25T16:49:53.966" v="2516" actId="26606"/>
          <ac:spMkLst>
            <pc:docMk/>
            <pc:sldMk cId="2745669654" sldId="256"/>
            <ac:spMk id="41" creationId="{4887703D-59A7-4805-B57F-99173594EECB}"/>
          </ac:spMkLst>
        </pc:spChg>
        <pc:spChg chg="add del">
          <ac:chgData name="Ethan P. Janovich" userId="234861c4-535e-431c-9aa7-95bb4533e226" providerId="ADAL" clId="{79425B1F-E787-4A95-91BF-46B89E2A962D}" dt="2026-01-25T16:49:53.966" v="2516" actId="26606"/>
          <ac:spMkLst>
            <pc:docMk/>
            <pc:sldMk cId="2745669654" sldId="256"/>
            <ac:spMk id="43" creationId="{E857A3BA-A9AD-43E0-A911-3E9658723FEB}"/>
          </ac:spMkLst>
        </pc:spChg>
        <pc:grpChg chg="add del">
          <ac:chgData name="Ethan P. Janovich" userId="234861c4-535e-431c-9aa7-95bb4533e226" providerId="ADAL" clId="{79425B1F-E787-4A95-91BF-46B89E2A962D}" dt="2026-01-25T16:49:51.050" v="2515" actId="26606"/>
          <ac:grpSpMkLst>
            <pc:docMk/>
            <pc:sldMk cId="2745669654" sldId="256"/>
            <ac:grpSpMk id="24" creationId="{21B0DEDD-DA5F-418A-B256-C1F53D913AB9}"/>
          </ac:grpSpMkLst>
        </pc:grpChg>
        <pc:grpChg chg="del">
          <ac:chgData name="Ethan P. Janovich" userId="234861c4-535e-431c-9aa7-95bb4533e226" providerId="ADAL" clId="{79425B1F-E787-4A95-91BF-46B89E2A962D}" dt="2026-01-25T16:49:53.966" v="2516" actId="26606"/>
          <ac:grpSpMkLst>
            <pc:docMk/>
            <pc:sldMk cId="2745669654" sldId="256"/>
            <ac:grpSpMk id="45" creationId="{21B0DEDD-DA5F-418A-B256-C1F53D913AB9}"/>
          </ac:grpSpMkLst>
        </pc:grpChg>
        <pc:picChg chg="add mod ord">
          <ac:chgData name="Ethan P. Janovich" userId="234861c4-535e-431c-9aa7-95bb4533e226" providerId="ADAL" clId="{79425B1F-E787-4A95-91BF-46B89E2A962D}" dt="2026-01-24T15:56:44.948" v="33" actId="26606"/>
          <ac:picMkLst>
            <pc:docMk/>
            <pc:sldMk cId="2745669654" sldId="256"/>
            <ac:picMk id="4" creationId="{7A8C6F9B-7F00-C7A3-D833-A184C4BD9A0D}"/>
          </ac:picMkLst>
        </pc:picChg>
      </pc:sldChg>
      <pc:sldChg chg="addSp delSp modSp new mod setBg">
        <pc:chgData name="Ethan P. Janovich" userId="234861c4-535e-431c-9aa7-95bb4533e226" providerId="ADAL" clId="{79425B1F-E787-4A95-91BF-46B89E2A962D}" dt="2026-01-25T16:11:49.726" v="590" actId="20577"/>
        <pc:sldMkLst>
          <pc:docMk/>
          <pc:sldMk cId="987872734" sldId="257"/>
        </pc:sldMkLst>
        <pc:spChg chg="mod">
          <ac:chgData name="Ethan P. Janovich" userId="234861c4-535e-431c-9aa7-95bb4533e226" providerId="ADAL" clId="{79425B1F-E787-4A95-91BF-46B89E2A962D}" dt="2026-01-25T16:09:51.587" v="499" actId="26606"/>
          <ac:spMkLst>
            <pc:docMk/>
            <pc:sldMk cId="987872734" sldId="257"/>
            <ac:spMk id="2" creationId="{9A0ABDE3-E20A-6B91-AA4F-638509DA5CE5}"/>
          </ac:spMkLst>
        </pc:spChg>
        <pc:spChg chg="mod">
          <ac:chgData name="Ethan P. Janovich" userId="234861c4-535e-431c-9aa7-95bb4533e226" providerId="ADAL" clId="{79425B1F-E787-4A95-91BF-46B89E2A962D}" dt="2026-01-25T16:11:49.726" v="590" actId="20577"/>
          <ac:spMkLst>
            <pc:docMk/>
            <pc:sldMk cId="987872734" sldId="257"/>
            <ac:spMk id="3" creationId="{EC17C27F-2E39-B7DD-60AD-045BFA7618F4}"/>
          </ac:spMkLst>
        </pc:spChg>
        <pc:spChg chg="add del">
          <ac:chgData name="Ethan P. Janovich" userId="234861c4-535e-431c-9aa7-95bb4533e226" providerId="ADAL" clId="{79425B1F-E787-4A95-91BF-46B89E2A962D}" dt="2026-01-25T16:09:51.587" v="499" actId="26606"/>
          <ac:spMkLst>
            <pc:docMk/>
            <pc:sldMk cId="987872734" sldId="257"/>
            <ac:spMk id="8" creationId="{092CAB0C-70DE-4DC8-BA46-0246B910F687}"/>
          </ac:spMkLst>
        </pc:spChg>
        <pc:spChg chg="add">
          <ac:chgData name="Ethan P. Janovich" userId="234861c4-535e-431c-9aa7-95bb4533e226" providerId="ADAL" clId="{79425B1F-E787-4A95-91BF-46B89E2A962D}" dt="2026-01-25T16:09:51.587" v="499" actId="26606"/>
          <ac:spMkLst>
            <pc:docMk/>
            <pc:sldMk cId="987872734" sldId="257"/>
            <ac:spMk id="21" creationId="{40F9F56E-5A69-4F79-A578-5963B46C141E}"/>
          </ac:spMkLst>
        </pc:spChg>
        <pc:spChg chg="add">
          <ac:chgData name="Ethan P. Janovich" userId="234861c4-535e-431c-9aa7-95bb4533e226" providerId="ADAL" clId="{79425B1F-E787-4A95-91BF-46B89E2A962D}" dt="2026-01-25T16:09:51.587" v="499" actId="26606"/>
          <ac:spMkLst>
            <pc:docMk/>
            <pc:sldMk cId="987872734" sldId="257"/>
            <ac:spMk id="23" creationId="{E99323BC-1B70-447E-A2E4-BD7851671A1E}"/>
          </ac:spMkLst>
        </pc:spChg>
        <pc:spChg chg="add">
          <ac:chgData name="Ethan P. Janovich" userId="234861c4-535e-431c-9aa7-95bb4533e226" providerId="ADAL" clId="{79425B1F-E787-4A95-91BF-46B89E2A962D}" dt="2026-01-25T16:09:51.587" v="499" actId="26606"/>
          <ac:spMkLst>
            <pc:docMk/>
            <pc:sldMk cId="987872734" sldId="257"/>
            <ac:spMk id="25" creationId="{1FFF5263-8C19-4573-8C94-FC74D1ED10D8}"/>
          </ac:spMkLst>
        </pc:spChg>
        <pc:spChg chg="add">
          <ac:chgData name="Ethan P. Janovich" userId="234861c4-535e-431c-9aa7-95bb4533e226" providerId="ADAL" clId="{79425B1F-E787-4A95-91BF-46B89E2A962D}" dt="2026-01-25T16:09:51.587" v="499" actId="26606"/>
          <ac:spMkLst>
            <pc:docMk/>
            <pc:sldMk cId="987872734" sldId="257"/>
            <ac:spMk id="33" creationId="{5EC04BFF-C178-43B0-9567-EEA423F5C130}"/>
          </ac:spMkLst>
        </pc:spChg>
        <pc:grpChg chg="add del">
          <ac:chgData name="Ethan P. Janovich" userId="234861c4-535e-431c-9aa7-95bb4533e226" providerId="ADAL" clId="{79425B1F-E787-4A95-91BF-46B89E2A962D}" dt="2026-01-25T16:09:51.587" v="499" actId="26606"/>
          <ac:grpSpMkLst>
            <pc:docMk/>
            <pc:sldMk cId="987872734" sldId="257"/>
            <ac:grpSpMk id="10" creationId="{27686979-EF4E-47AD-9ABF-CFD1C5AC27CC}"/>
          </ac:grpSpMkLst>
        </pc:grpChg>
        <pc:grpChg chg="add">
          <ac:chgData name="Ethan P. Janovich" userId="234861c4-535e-431c-9aa7-95bb4533e226" providerId="ADAL" clId="{79425B1F-E787-4A95-91BF-46B89E2A962D}" dt="2026-01-25T16:09:51.587" v="499" actId="26606"/>
          <ac:grpSpMkLst>
            <pc:docMk/>
            <pc:sldMk cId="987872734" sldId="257"/>
            <ac:grpSpMk id="27" creationId="{A02066EC-92CE-4F17-AB46-346119D15C6A}"/>
          </ac:grpSpMkLst>
        </pc:grpChg>
        <pc:picChg chg="add">
          <ac:chgData name="Ethan P. Janovich" userId="234861c4-535e-431c-9aa7-95bb4533e226" providerId="ADAL" clId="{79425B1F-E787-4A95-91BF-46B89E2A962D}" dt="2026-01-25T16:09:51.587" v="499" actId="26606"/>
          <ac:picMkLst>
            <pc:docMk/>
            <pc:sldMk cId="987872734" sldId="257"/>
            <ac:picMk id="18" creationId="{F7F1A601-2BC5-EF67-9E67-EBC8651DE78E}"/>
          </ac:picMkLst>
        </pc:picChg>
      </pc:sldChg>
      <pc:sldChg chg="addSp delSp modSp new mod setBg">
        <pc:chgData name="Ethan P. Janovich" userId="234861c4-535e-431c-9aa7-95bb4533e226" providerId="ADAL" clId="{79425B1F-E787-4A95-91BF-46B89E2A962D}" dt="2026-01-25T16:15:03.371" v="609" actId="26606"/>
        <pc:sldMkLst>
          <pc:docMk/>
          <pc:sldMk cId="4006630716" sldId="258"/>
        </pc:sldMkLst>
        <pc:spChg chg="mod">
          <ac:chgData name="Ethan P. Janovich" userId="234861c4-535e-431c-9aa7-95bb4533e226" providerId="ADAL" clId="{79425B1F-E787-4A95-91BF-46B89E2A962D}" dt="2026-01-25T16:15:03.371" v="609" actId="26606"/>
          <ac:spMkLst>
            <pc:docMk/>
            <pc:sldMk cId="4006630716" sldId="258"/>
            <ac:spMk id="2" creationId="{0A05D9F1-7D23-1006-5B2A-7CD72FE878DE}"/>
          </ac:spMkLst>
        </pc:spChg>
        <pc:spChg chg="del mod">
          <ac:chgData name="Ethan P. Janovich" userId="234861c4-535e-431c-9aa7-95bb4533e226" providerId="ADAL" clId="{79425B1F-E787-4A95-91BF-46B89E2A962D}" dt="2026-01-25T16:14:43.844" v="608" actId="931"/>
          <ac:spMkLst>
            <pc:docMk/>
            <pc:sldMk cId="4006630716" sldId="258"/>
            <ac:spMk id="3" creationId="{B6882D6C-4D39-70C9-1751-73C2725A3BC8}"/>
          </ac:spMkLst>
        </pc:spChg>
        <pc:spChg chg="add">
          <ac:chgData name="Ethan P. Janovich" userId="234861c4-535e-431c-9aa7-95bb4533e226" providerId="ADAL" clId="{79425B1F-E787-4A95-91BF-46B89E2A962D}" dt="2026-01-25T16:13:59.090" v="607" actId="26606"/>
          <ac:spMkLst>
            <pc:docMk/>
            <pc:sldMk cId="4006630716" sldId="258"/>
            <ac:spMk id="9" creationId="{1B7C4707-9C68-44ED-A6DE-88FF7A50F452}"/>
          </ac:spMkLst>
        </pc:spChg>
        <pc:spChg chg="add del">
          <ac:chgData name="Ethan P. Janovich" userId="234861c4-535e-431c-9aa7-95bb4533e226" providerId="ADAL" clId="{79425B1F-E787-4A95-91BF-46B89E2A962D}" dt="2026-01-25T16:15:03.371" v="609" actId="26606"/>
          <ac:spMkLst>
            <pc:docMk/>
            <pc:sldMk cId="4006630716" sldId="258"/>
            <ac:spMk id="11" creationId="{B69060A4-9EDF-4FB5-87A8-A9FC83E446DE}"/>
          </ac:spMkLst>
        </pc:spChg>
        <pc:spChg chg="add del">
          <ac:chgData name="Ethan P. Janovich" userId="234861c4-535e-431c-9aa7-95bb4533e226" providerId="ADAL" clId="{79425B1F-E787-4A95-91BF-46B89E2A962D}" dt="2026-01-25T16:15:03.371" v="609" actId="26606"/>
          <ac:spMkLst>
            <pc:docMk/>
            <pc:sldMk cId="4006630716" sldId="258"/>
            <ac:spMk id="13" creationId="{E937A4B0-1638-4AFA-91A5-60F8BB498C88}"/>
          </ac:spMkLst>
        </pc:spChg>
        <pc:spChg chg="add del">
          <ac:chgData name="Ethan P. Janovich" userId="234861c4-535e-431c-9aa7-95bb4533e226" providerId="ADAL" clId="{79425B1F-E787-4A95-91BF-46B89E2A962D}" dt="2026-01-25T16:15:03.371" v="609" actId="26606"/>
          <ac:spMkLst>
            <pc:docMk/>
            <pc:sldMk cId="4006630716" sldId="258"/>
            <ac:spMk id="15" creationId="{60376AD7-5814-4A2B-B3FC-395355E39461}"/>
          </ac:spMkLst>
        </pc:spChg>
        <pc:spChg chg="add">
          <ac:chgData name="Ethan P. Janovich" userId="234861c4-535e-431c-9aa7-95bb4533e226" providerId="ADAL" clId="{79425B1F-E787-4A95-91BF-46B89E2A962D}" dt="2026-01-25T16:15:03.371" v="609" actId="26606"/>
          <ac:spMkLst>
            <pc:docMk/>
            <pc:sldMk cId="4006630716" sldId="258"/>
            <ac:spMk id="32" creationId="{ECB86E21-E2BD-408E-8E61-D30AB8715F20}"/>
          </ac:spMkLst>
        </pc:spChg>
        <pc:spChg chg="add">
          <ac:chgData name="Ethan P. Janovich" userId="234861c4-535e-431c-9aa7-95bb4533e226" providerId="ADAL" clId="{79425B1F-E787-4A95-91BF-46B89E2A962D}" dt="2026-01-25T16:15:03.371" v="609" actId="26606"/>
          <ac:spMkLst>
            <pc:docMk/>
            <pc:sldMk cId="4006630716" sldId="258"/>
            <ac:spMk id="34" creationId="{267F9DA9-5521-4A58-9B23-C108A3A2470A}"/>
          </ac:spMkLst>
        </pc:spChg>
        <pc:spChg chg="add">
          <ac:chgData name="Ethan P. Janovich" userId="234861c4-535e-431c-9aa7-95bb4533e226" providerId="ADAL" clId="{79425B1F-E787-4A95-91BF-46B89E2A962D}" dt="2026-01-25T16:15:03.371" v="609" actId="26606"/>
          <ac:spMkLst>
            <pc:docMk/>
            <pc:sldMk cId="4006630716" sldId="258"/>
            <ac:spMk id="36" creationId="{CF2B5AB8-A75C-49F7-8DF4-3342BF3C8549}"/>
          </ac:spMkLst>
        </pc:spChg>
        <pc:spChg chg="add">
          <ac:chgData name="Ethan P. Janovich" userId="234861c4-535e-431c-9aa7-95bb4533e226" providerId="ADAL" clId="{79425B1F-E787-4A95-91BF-46B89E2A962D}" dt="2026-01-25T16:15:03.371" v="609" actId="26606"/>
          <ac:spMkLst>
            <pc:docMk/>
            <pc:sldMk cId="4006630716" sldId="258"/>
            <ac:spMk id="38" creationId="{029B38C0-3CC6-4B41-93F3-C479D22DD242}"/>
          </ac:spMkLst>
        </pc:spChg>
        <pc:spChg chg="add">
          <ac:chgData name="Ethan P. Janovich" userId="234861c4-535e-431c-9aa7-95bb4533e226" providerId="ADAL" clId="{79425B1F-E787-4A95-91BF-46B89E2A962D}" dt="2026-01-25T16:15:03.371" v="609" actId="26606"/>
          <ac:spMkLst>
            <pc:docMk/>
            <pc:sldMk cId="4006630716" sldId="258"/>
            <ac:spMk id="40" creationId="{0E0F80A2-6611-465C-80A5-6ADAE3F03469}"/>
          </ac:spMkLst>
        </pc:spChg>
        <pc:spChg chg="add">
          <ac:chgData name="Ethan P. Janovich" userId="234861c4-535e-431c-9aa7-95bb4533e226" providerId="ADAL" clId="{79425B1F-E787-4A95-91BF-46B89E2A962D}" dt="2026-01-25T16:15:03.371" v="609" actId="26606"/>
          <ac:spMkLst>
            <pc:docMk/>
            <pc:sldMk cId="4006630716" sldId="258"/>
            <ac:spMk id="42" creationId="{165B8C92-2D61-44A2-857C-E6980C2A22EB}"/>
          </ac:spMkLst>
        </pc:spChg>
        <pc:grpChg chg="add">
          <ac:chgData name="Ethan P. Janovich" userId="234861c4-535e-431c-9aa7-95bb4533e226" providerId="ADAL" clId="{79425B1F-E787-4A95-91BF-46B89E2A962D}" dt="2026-01-25T16:13:59.090" v="607" actId="26606"/>
          <ac:grpSpMkLst>
            <pc:docMk/>
            <pc:sldMk cId="4006630716" sldId="258"/>
            <ac:grpSpMk id="17" creationId="{D2D2835C-DDE9-4332-9476-94B711F05374}"/>
          </ac:grpSpMkLst>
        </pc:grpChg>
        <pc:picChg chg="add">
          <ac:chgData name="Ethan P. Janovich" userId="234861c4-535e-431c-9aa7-95bb4533e226" providerId="ADAL" clId="{79425B1F-E787-4A95-91BF-46B89E2A962D}" dt="2026-01-25T16:13:59.090" v="607" actId="26606"/>
          <ac:picMkLst>
            <pc:docMk/>
            <pc:sldMk cId="4006630716" sldId="258"/>
            <ac:picMk id="5" creationId="{FB0ECD30-67D4-0292-995F-2D93327864F0}"/>
          </ac:picMkLst>
        </pc:picChg>
        <pc:picChg chg="add mod">
          <ac:chgData name="Ethan P. Janovich" userId="234861c4-535e-431c-9aa7-95bb4533e226" providerId="ADAL" clId="{79425B1F-E787-4A95-91BF-46B89E2A962D}" dt="2026-01-25T16:14:43.844" v="608" actId="931"/>
          <ac:picMkLst>
            <pc:docMk/>
            <pc:sldMk cId="4006630716" sldId="258"/>
            <ac:picMk id="6" creationId="{9165BD6A-47E6-598C-DFE4-6A69D310AEA5}"/>
          </ac:picMkLst>
        </pc:picChg>
      </pc:sldChg>
      <pc:sldChg chg="addSp modSp new mod setBg">
        <pc:chgData name="Ethan P. Janovich" userId="234861c4-535e-431c-9aa7-95bb4533e226" providerId="ADAL" clId="{79425B1F-E787-4A95-91BF-46B89E2A962D}" dt="2026-01-25T16:21:55.030" v="919" actId="20577"/>
        <pc:sldMkLst>
          <pc:docMk/>
          <pc:sldMk cId="235494819" sldId="259"/>
        </pc:sldMkLst>
        <pc:spChg chg="mod">
          <ac:chgData name="Ethan P. Janovich" userId="234861c4-535e-431c-9aa7-95bb4533e226" providerId="ADAL" clId="{79425B1F-E787-4A95-91BF-46B89E2A962D}" dt="2026-01-25T16:15:24.215" v="621" actId="26606"/>
          <ac:spMkLst>
            <pc:docMk/>
            <pc:sldMk cId="235494819" sldId="259"/>
            <ac:spMk id="2" creationId="{705BF02D-1786-21F8-514A-E7D12FC426FD}"/>
          </ac:spMkLst>
        </pc:spChg>
        <pc:spChg chg="mod">
          <ac:chgData name="Ethan P. Janovich" userId="234861c4-535e-431c-9aa7-95bb4533e226" providerId="ADAL" clId="{79425B1F-E787-4A95-91BF-46B89E2A962D}" dt="2026-01-25T16:21:55.030" v="919" actId="20577"/>
          <ac:spMkLst>
            <pc:docMk/>
            <pc:sldMk cId="235494819" sldId="259"/>
            <ac:spMk id="3" creationId="{CBA68C39-6463-1024-5137-BF66DD483C63}"/>
          </ac:spMkLst>
        </pc:spChg>
        <pc:spChg chg="add">
          <ac:chgData name="Ethan P. Janovich" userId="234861c4-535e-431c-9aa7-95bb4533e226" providerId="ADAL" clId="{79425B1F-E787-4A95-91BF-46B89E2A962D}" dt="2026-01-25T16:15:24.215" v="621" actId="26606"/>
          <ac:spMkLst>
            <pc:docMk/>
            <pc:sldMk cId="235494819" sldId="259"/>
            <ac:spMk id="8" creationId="{092CAB0C-70DE-4DC8-BA46-0246B910F687}"/>
          </ac:spMkLst>
        </pc:spChg>
        <pc:grpChg chg="add">
          <ac:chgData name="Ethan P. Janovich" userId="234861c4-535e-431c-9aa7-95bb4533e226" providerId="ADAL" clId="{79425B1F-E787-4A95-91BF-46B89E2A962D}" dt="2026-01-25T16:15:24.215" v="621" actId="26606"/>
          <ac:grpSpMkLst>
            <pc:docMk/>
            <pc:sldMk cId="235494819" sldId="259"/>
            <ac:grpSpMk id="10" creationId="{27686979-EF4E-47AD-9ABF-CFD1C5AC27CC}"/>
          </ac:grpSpMkLst>
        </pc:grpChg>
      </pc:sldChg>
      <pc:sldChg chg="addSp delSp modSp new mod setBg">
        <pc:chgData name="Ethan P. Janovich" userId="234861c4-535e-431c-9aa7-95bb4533e226" providerId="ADAL" clId="{79425B1F-E787-4A95-91BF-46B89E2A962D}" dt="2026-01-25T16:28:46.716" v="1342" actId="26606"/>
        <pc:sldMkLst>
          <pc:docMk/>
          <pc:sldMk cId="958039725" sldId="260"/>
        </pc:sldMkLst>
        <pc:spChg chg="mod">
          <ac:chgData name="Ethan P. Janovich" userId="234861c4-535e-431c-9aa7-95bb4533e226" providerId="ADAL" clId="{79425B1F-E787-4A95-91BF-46B89E2A962D}" dt="2026-01-25T16:28:24.089" v="1341" actId="26606"/>
          <ac:spMkLst>
            <pc:docMk/>
            <pc:sldMk cId="958039725" sldId="260"/>
            <ac:spMk id="2" creationId="{5E84D5B1-A123-4039-AB25-D807F21A5F1F}"/>
          </ac:spMkLst>
        </pc:spChg>
        <pc:spChg chg="add del mod">
          <ac:chgData name="Ethan P. Janovich" userId="234861c4-535e-431c-9aa7-95bb4533e226" providerId="ADAL" clId="{79425B1F-E787-4A95-91BF-46B89E2A962D}" dt="2026-01-25T16:28:46.716" v="1342" actId="26606"/>
          <ac:spMkLst>
            <pc:docMk/>
            <pc:sldMk cId="958039725" sldId="260"/>
            <ac:spMk id="3" creationId="{8400866A-CCB0-0D25-409F-8E20C7847AE9}"/>
          </ac:spMkLst>
        </pc:spChg>
        <pc:spChg chg="add del">
          <ac:chgData name="Ethan P. Janovich" userId="234861c4-535e-431c-9aa7-95bb4533e226" providerId="ADAL" clId="{79425B1F-E787-4A95-91BF-46B89E2A962D}" dt="2026-01-25T16:27:51.981" v="1337" actId="26606"/>
          <ac:spMkLst>
            <pc:docMk/>
            <pc:sldMk cId="958039725" sldId="260"/>
            <ac:spMk id="9" creationId="{A1BBCB0E-D444-4662-99B6-968FADD997AF}"/>
          </ac:spMkLst>
        </pc:spChg>
        <pc:spChg chg="add del">
          <ac:chgData name="Ethan P. Janovich" userId="234861c4-535e-431c-9aa7-95bb4533e226" providerId="ADAL" clId="{79425B1F-E787-4A95-91BF-46B89E2A962D}" dt="2026-01-25T16:28:24.089" v="1341" actId="26606"/>
          <ac:spMkLst>
            <pc:docMk/>
            <pc:sldMk cId="958039725" sldId="260"/>
            <ac:spMk id="17" creationId="{778ADDD7-451E-4D8A-B091-DF9D1DA7FA1F}"/>
          </ac:spMkLst>
        </pc:spChg>
        <pc:spChg chg="add del">
          <ac:chgData name="Ethan P. Janovich" userId="234861c4-535e-431c-9aa7-95bb4533e226" providerId="ADAL" clId="{79425B1F-E787-4A95-91BF-46B89E2A962D}" dt="2026-01-25T16:28:23.420" v="1340" actId="26606"/>
          <ac:spMkLst>
            <pc:docMk/>
            <pc:sldMk cId="958039725" sldId="260"/>
            <ac:spMk id="25" creationId="{A1BBCB0E-D444-4662-99B6-968FADD997AF}"/>
          </ac:spMkLst>
        </pc:spChg>
        <pc:grpChg chg="add del">
          <ac:chgData name="Ethan P. Janovich" userId="234861c4-535e-431c-9aa7-95bb4533e226" providerId="ADAL" clId="{79425B1F-E787-4A95-91BF-46B89E2A962D}" dt="2026-01-25T16:27:51.981" v="1337" actId="26606"/>
          <ac:grpSpMkLst>
            <pc:docMk/>
            <pc:sldMk cId="958039725" sldId="260"/>
            <ac:grpSpMk id="11" creationId="{FABCF46B-3163-4E66-9BB3-AAC999794E59}"/>
          </ac:grpSpMkLst>
        </pc:grpChg>
        <pc:grpChg chg="add del">
          <ac:chgData name="Ethan P. Janovich" userId="234861c4-535e-431c-9aa7-95bb4533e226" providerId="ADAL" clId="{79425B1F-E787-4A95-91BF-46B89E2A962D}" dt="2026-01-25T16:28:24.089" v="1341" actId="26606"/>
          <ac:grpSpMkLst>
            <pc:docMk/>
            <pc:sldMk cId="958039725" sldId="260"/>
            <ac:grpSpMk id="18" creationId="{8D28B75D-FF2D-4259-8FEF-7E43E96EF5E1}"/>
          </ac:grpSpMkLst>
        </pc:grpChg>
        <pc:grpChg chg="add del">
          <ac:chgData name="Ethan P. Janovich" userId="234861c4-535e-431c-9aa7-95bb4533e226" providerId="ADAL" clId="{79425B1F-E787-4A95-91BF-46B89E2A962D}" dt="2026-01-25T16:28:23.420" v="1340" actId="26606"/>
          <ac:grpSpMkLst>
            <pc:docMk/>
            <pc:sldMk cId="958039725" sldId="260"/>
            <ac:grpSpMk id="27" creationId="{FABCF46B-3163-4E66-9BB3-AAC999794E59}"/>
          </ac:grpSpMkLst>
        </pc:grpChg>
        <pc:graphicFrameChg chg="add del">
          <ac:chgData name="Ethan P. Janovich" userId="234861c4-535e-431c-9aa7-95bb4533e226" providerId="ADAL" clId="{79425B1F-E787-4A95-91BF-46B89E2A962D}" dt="2026-01-25T16:27:51.981" v="1337" actId="26606"/>
          <ac:graphicFrameMkLst>
            <pc:docMk/>
            <pc:sldMk cId="958039725" sldId="260"/>
            <ac:graphicFrameMk id="5" creationId="{142FCD61-4887-FCD5-9E0B-6EE1AC2C4CDA}"/>
          </ac:graphicFrameMkLst>
        </pc:graphicFrameChg>
        <pc:graphicFrameChg chg="add">
          <ac:chgData name="Ethan P. Janovich" userId="234861c4-535e-431c-9aa7-95bb4533e226" providerId="ADAL" clId="{79425B1F-E787-4A95-91BF-46B89E2A962D}" dt="2026-01-25T16:28:46.716" v="1342" actId="26606"/>
          <ac:graphicFrameMkLst>
            <pc:docMk/>
            <pc:sldMk cId="958039725" sldId="260"/>
            <ac:graphicFrameMk id="6" creationId="{8A634116-A947-3B52-5F70-52F5BB41F808}"/>
          </ac:graphicFrameMkLst>
        </pc:graphicFrameChg>
        <pc:graphicFrameChg chg="add del mod modGraphic">
          <ac:chgData name="Ethan P. Janovich" userId="234861c4-535e-431c-9aa7-95bb4533e226" providerId="ADAL" clId="{79425B1F-E787-4A95-91BF-46B89E2A962D}" dt="2026-01-25T16:28:24.089" v="1341" actId="26606"/>
          <ac:graphicFrameMkLst>
            <pc:docMk/>
            <pc:sldMk cId="958039725" sldId="260"/>
            <ac:graphicFrameMk id="20" creationId="{7BAD2C82-8BE4-1D31-3B0F-60C61DC833C8}"/>
          </ac:graphicFrameMkLst>
        </pc:graphicFrameChg>
      </pc:sldChg>
      <pc:sldChg chg="addSp modSp new mod setBg">
        <pc:chgData name="Ethan P. Janovich" userId="234861c4-535e-431c-9aa7-95bb4533e226" providerId="ADAL" clId="{79425B1F-E787-4A95-91BF-46B89E2A962D}" dt="2026-01-25T16:45:04.297" v="2514" actId="14826"/>
        <pc:sldMkLst>
          <pc:docMk/>
          <pc:sldMk cId="688135998" sldId="261"/>
        </pc:sldMkLst>
        <pc:spChg chg="mod">
          <ac:chgData name="Ethan P. Janovich" userId="234861c4-535e-431c-9aa7-95bb4533e226" providerId="ADAL" clId="{79425B1F-E787-4A95-91BF-46B89E2A962D}" dt="2026-01-25T16:44:19.342" v="2513" actId="26606"/>
          <ac:spMkLst>
            <pc:docMk/>
            <pc:sldMk cId="688135998" sldId="261"/>
            <ac:spMk id="2" creationId="{BB93C95D-F311-A390-8288-2B917FA20D9F}"/>
          </ac:spMkLst>
        </pc:spChg>
        <pc:spChg chg="mod">
          <ac:chgData name="Ethan P. Janovich" userId="234861c4-535e-431c-9aa7-95bb4533e226" providerId="ADAL" clId="{79425B1F-E787-4A95-91BF-46B89E2A962D}" dt="2026-01-25T16:44:19.342" v="2513" actId="26606"/>
          <ac:spMkLst>
            <pc:docMk/>
            <pc:sldMk cId="688135998" sldId="261"/>
            <ac:spMk id="3" creationId="{D4A4C773-DE22-DF56-5600-5FCBDDA14B5E}"/>
          </ac:spMkLst>
        </pc:spChg>
        <pc:spChg chg="add">
          <ac:chgData name="Ethan P. Janovich" userId="234861c4-535e-431c-9aa7-95bb4533e226" providerId="ADAL" clId="{79425B1F-E787-4A95-91BF-46B89E2A962D}" dt="2026-01-25T16:44:19.342" v="2513" actId="26606"/>
          <ac:spMkLst>
            <pc:docMk/>
            <pc:sldMk cId="688135998" sldId="261"/>
            <ac:spMk id="10" creationId="{40F9F56E-5A69-4F79-A578-5963B46C141E}"/>
          </ac:spMkLst>
        </pc:spChg>
        <pc:spChg chg="add">
          <ac:chgData name="Ethan P. Janovich" userId="234861c4-535e-431c-9aa7-95bb4533e226" providerId="ADAL" clId="{79425B1F-E787-4A95-91BF-46B89E2A962D}" dt="2026-01-25T16:44:19.342" v="2513" actId="26606"/>
          <ac:spMkLst>
            <pc:docMk/>
            <pc:sldMk cId="688135998" sldId="261"/>
            <ac:spMk id="12" creationId="{E99323BC-1B70-447E-A2E4-BD7851671A1E}"/>
          </ac:spMkLst>
        </pc:spChg>
        <pc:spChg chg="add">
          <ac:chgData name="Ethan P. Janovich" userId="234861c4-535e-431c-9aa7-95bb4533e226" providerId="ADAL" clId="{79425B1F-E787-4A95-91BF-46B89E2A962D}" dt="2026-01-25T16:44:19.342" v="2513" actId="26606"/>
          <ac:spMkLst>
            <pc:docMk/>
            <pc:sldMk cId="688135998" sldId="261"/>
            <ac:spMk id="14" creationId="{1FFF5263-8C19-4573-8C94-FC74D1ED10D8}"/>
          </ac:spMkLst>
        </pc:spChg>
        <pc:spChg chg="add">
          <ac:chgData name="Ethan P. Janovich" userId="234861c4-535e-431c-9aa7-95bb4533e226" providerId="ADAL" clId="{79425B1F-E787-4A95-91BF-46B89E2A962D}" dt="2026-01-25T16:44:19.342" v="2513" actId="26606"/>
          <ac:spMkLst>
            <pc:docMk/>
            <pc:sldMk cId="688135998" sldId="261"/>
            <ac:spMk id="22" creationId="{5EC04BFF-C178-43B0-9567-EEA423F5C130}"/>
          </ac:spMkLst>
        </pc:spChg>
        <pc:grpChg chg="add">
          <ac:chgData name="Ethan P. Janovich" userId="234861c4-535e-431c-9aa7-95bb4533e226" providerId="ADAL" clId="{79425B1F-E787-4A95-91BF-46B89E2A962D}" dt="2026-01-25T16:44:19.342" v="2513" actId="26606"/>
          <ac:grpSpMkLst>
            <pc:docMk/>
            <pc:sldMk cId="688135998" sldId="261"/>
            <ac:grpSpMk id="16" creationId="{A02066EC-92CE-4F17-AB46-346119D15C6A}"/>
          </ac:grpSpMkLst>
        </pc:grpChg>
        <pc:picChg chg="add mod">
          <ac:chgData name="Ethan P. Janovich" userId="234861c4-535e-431c-9aa7-95bb4533e226" providerId="ADAL" clId="{79425B1F-E787-4A95-91BF-46B89E2A962D}" dt="2026-01-25T16:45:04.297" v="2514" actId="14826"/>
          <ac:picMkLst>
            <pc:docMk/>
            <pc:sldMk cId="688135998" sldId="261"/>
            <ac:picMk id="7" creationId="{707B3226-9928-D038-8B03-C78D4BAC72C0}"/>
          </ac:picMkLst>
        </pc:picChg>
      </pc:sldChg>
      <pc:sldChg chg="addSp delSp modSp new mod setBg">
        <pc:chgData name="Ethan P. Janovich" userId="234861c4-535e-431c-9aa7-95bb4533e226" providerId="ADAL" clId="{79425B1F-E787-4A95-91BF-46B89E2A962D}" dt="2026-01-25T16:34:56.092" v="1777" actId="26606"/>
        <pc:sldMkLst>
          <pc:docMk/>
          <pc:sldMk cId="2440117310" sldId="262"/>
        </pc:sldMkLst>
        <pc:spChg chg="mod">
          <ac:chgData name="Ethan P. Janovich" userId="234861c4-535e-431c-9aa7-95bb4533e226" providerId="ADAL" clId="{79425B1F-E787-4A95-91BF-46B89E2A962D}" dt="2026-01-25T16:34:56.092" v="1777" actId="26606"/>
          <ac:spMkLst>
            <pc:docMk/>
            <pc:sldMk cId="2440117310" sldId="262"/>
            <ac:spMk id="2" creationId="{AE511074-E354-B751-1B21-44E10118E572}"/>
          </ac:spMkLst>
        </pc:spChg>
        <pc:spChg chg="add del mod">
          <ac:chgData name="Ethan P. Janovich" userId="234861c4-535e-431c-9aa7-95bb4533e226" providerId="ADAL" clId="{79425B1F-E787-4A95-91BF-46B89E2A962D}" dt="2026-01-25T16:34:56.092" v="1777" actId="26606"/>
          <ac:spMkLst>
            <pc:docMk/>
            <pc:sldMk cId="2440117310" sldId="262"/>
            <ac:spMk id="3" creationId="{6D7E6908-C444-AE61-3FF6-4FDD705E576E}"/>
          </ac:spMkLst>
        </pc:spChg>
        <pc:spChg chg="add">
          <ac:chgData name="Ethan P. Janovich" userId="234861c4-535e-431c-9aa7-95bb4533e226" providerId="ADAL" clId="{79425B1F-E787-4A95-91BF-46B89E2A962D}" dt="2026-01-25T16:34:56.092" v="1777" actId="26606"/>
          <ac:spMkLst>
            <pc:docMk/>
            <pc:sldMk cId="2440117310" sldId="262"/>
            <ac:spMk id="9" creationId="{A1BBCB0E-D444-4662-99B6-968FADD997AF}"/>
          </ac:spMkLst>
        </pc:spChg>
        <pc:spChg chg="add del">
          <ac:chgData name="Ethan P. Janovich" userId="234861c4-535e-431c-9aa7-95bb4533e226" providerId="ADAL" clId="{79425B1F-E787-4A95-91BF-46B89E2A962D}" dt="2026-01-25T16:30:57.978" v="1368" actId="26606"/>
          <ac:spMkLst>
            <pc:docMk/>
            <pc:sldMk cId="2440117310" sldId="262"/>
            <ac:spMk id="16" creationId="{F341B9C2-0FBF-4B4B-A902-1AFFD384E700}"/>
          </ac:spMkLst>
        </pc:spChg>
        <pc:grpChg chg="add del">
          <ac:chgData name="Ethan P. Janovich" userId="234861c4-535e-431c-9aa7-95bb4533e226" providerId="ADAL" clId="{79425B1F-E787-4A95-91BF-46B89E2A962D}" dt="2026-01-25T16:30:57.978" v="1368" actId="26606"/>
          <ac:grpSpMkLst>
            <pc:docMk/>
            <pc:sldMk cId="2440117310" sldId="262"/>
            <ac:grpSpMk id="10" creationId="{23F5135F-115E-423C-BE4A-B56C35DC9F3E}"/>
          </ac:grpSpMkLst>
        </pc:grpChg>
        <pc:grpChg chg="add">
          <ac:chgData name="Ethan P. Janovich" userId="234861c4-535e-431c-9aa7-95bb4533e226" providerId="ADAL" clId="{79425B1F-E787-4A95-91BF-46B89E2A962D}" dt="2026-01-25T16:34:56.092" v="1777" actId="26606"/>
          <ac:grpSpMkLst>
            <pc:docMk/>
            <pc:sldMk cId="2440117310" sldId="262"/>
            <ac:grpSpMk id="11" creationId="{FABCF46B-3163-4E66-9BB3-AAC999794E59}"/>
          </ac:grpSpMkLst>
        </pc:grpChg>
        <pc:grpChg chg="add del">
          <ac:chgData name="Ethan P. Janovich" userId="234861c4-535e-431c-9aa7-95bb4533e226" providerId="ADAL" clId="{79425B1F-E787-4A95-91BF-46B89E2A962D}" dt="2026-01-25T16:30:57.978" v="1368" actId="26606"/>
          <ac:grpSpMkLst>
            <pc:docMk/>
            <pc:sldMk cId="2440117310" sldId="262"/>
            <ac:grpSpMk id="18" creationId="{A4CE093B-B8CB-40B0-9E0D-B2EC39FF727F}"/>
          </ac:grpSpMkLst>
        </pc:grpChg>
        <pc:graphicFrameChg chg="add">
          <ac:chgData name="Ethan P. Janovich" userId="234861c4-535e-431c-9aa7-95bb4533e226" providerId="ADAL" clId="{79425B1F-E787-4A95-91BF-46B89E2A962D}" dt="2026-01-25T16:34:56.092" v="1777" actId="26606"/>
          <ac:graphicFrameMkLst>
            <pc:docMk/>
            <pc:sldMk cId="2440117310" sldId="262"/>
            <ac:graphicFrameMk id="5" creationId="{1587AA35-26CC-D75B-ADAA-F3B3F08394A8}"/>
          </ac:graphicFrameMkLst>
        </pc:graphicFrameChg>
        <pc:picChg chg="add del">
          <ac:chgData name="Ethan P. Janovich" userId="234861c4-535e-431c-9aa7-95bb4533e226" providerId="ADAL" clId="{79425B1F-E787-4A95-91BF-46B89E2A962D}" dt="2026-01-25T16:30:57.978" v="1368" actId="26606"/>
          <ac:picMkLst>
            <pc:docMk/>
            <pc:sldMk cId="2440117310" sldId="262"/>
            <ac:picMk id="7" creationId="{822BA5D2-7F82-C845-EBFA-0BA020662E14}"/>
          </ac:picMkLst>
        </pc:picChg>
      </pc:sldChg>
      <pc:sldChg chg="modSp new mod">
        <pc:chgData name="Ethan P. Janovich" userId="234861c4-535e-431c-9aa7-95bb4533e226" providerId="ADAL" clId="{79425B1F-E787-4A95-91BF-46B89E2A962D}" dt="2026-01-25T16:36:51.598" v="1923" actId="33524"/>
        <pc:sldMkLst>
          <pc:docMk/>
          <pc:sldMk cId="816385982" sldId="263"/>
        </pc:sldMkLst>
        <pc:spChg chg="mod">
          <ac:chgData name="Ethan P. Janovich" userId="234861c4-535e-431c-9aa7-95bb4533e226" providerId="ADAL" clId="{79425B1F-E787-4A95-91BF-46B89E2A962D}" dt="2026-01-25T16:35:19.889" v="1784" actId="20577"/>
          <ac:spMkLst>
            <pc:docMk/>
            <pc:sldMk cId="816385982" sldId="263"/>
            <ac:spMk id="2" creationId="{0D7E5C06-D70E-F4D5-7D12-FB0DD445B82A}"/>
          </ac:spMkLst>
        </pc:spChg>
        <pc:spChg chg="mod">
          <ac:chgData name="Ethan P. Janovich" userId="234861c4-535e-431c-9aa7-95bb4533e226" providerId="ADAL" clId="{79425B1F-E787-4A95-91BF-46B89E2A962D}" dt="2026-01-25T16:36:51.598" v="1923" actId="33524"/>
          <ac:spMkLst>
            <pc:docMk/>
            <pc:sldMk cId="816385982" sldId="263"/>
            <ac:spMk id="3" creationId="{119EC1D2-F76F-6A5B-72DE-661ED79490F2}"/>
          </ac:spMkLst>
        </pc:spChg>
      </pc:sldChg>
      <pc:sldMasterChg chg="add addSldLayout">
        <pc:chgData name="Ethan P. Janovich" userId="234861c4-535e-431c-9aa7-95bb4533e226" providerId="ADAL" clId="{79425B1F-E787-4A95-91BF-46B89E2A962D}" dt="2026-01-24T15:56:44.948" v="33" actId="26606"/>
        <pc:sldMasterMkLst>
          <pc:docMk/>
          <pc:sldMasterMk cId="1309982367" sldId="2147483752"/>
        </pc:sldMasterMkLst>
        <pc:sldLayoutChg chg="add">
          <pc:chgData name="Ethan P. Janovich" userId="234861c4-535e-431c-9aa7-95bb4533e226" providerId="ADAL" clId="{79425B1F-E787-4A95-91BF-46B89E2A962D}" dt="2026-01-24T15:56:44.948" v="33" actId="26606"/>
          <pc:sldLayoutMkLst>
            <pc:docMk/>
            <pc:sldMasterMk cId="1309982367" sldId="2147483752"/>
            <pc:sldLayoutMk cId="456401168" sldId="2147483741"/>
          </pc:sldLayoutMkLst>
        </pc:sldLayoutChg>
        <pc:sldLayoutChg chg="add">
          <pc:chgData name="Ethan P. Janovich" userId="234861c4-535e-431c-9aa7-95bb4533e226" providerId="ADAL" clId="{79425B1F-E787-4A95-91BF-46B89E2A962D}" dt="2026-01-24T15:56:44.948" v="33" actId="26606"/>
          <pc:sldLayoutMkLst>
            <pc:docMk/>
            <pc:sldMasterMk cId="1309982367" sldId="2147483752"/>
            <pc:sldLayoutMk cId="240257869" sldId="2147483742"/>
          </pc:sldLayoutMkLst>
        </pc:sldLayoutChg>
        <pc:sldLayoutChg chg="add">
          <pc:chgData name="Ethan P. Janovich" userId="234861c4-535e-431c-9aa7-95bb4533e226" providerId="ADAL" clId="{79425B1F-E787-4A95-91BF-46B89E2A962D}" dt="2026-01-24T15:56:44.948" v="33" actId="26606"/>
          <pc:sldLayoutMkLst>
            <pc:docMk/>
            <pc:sldMasterMk cId="1309982367" sldId="2147483752"/>
            <pc:sldLayoutMk cId="3281980201" sldId="2147483743"/>
          </pc:sldLayoutMkLst>
        </pc:sldLayoutChg>
        <pc:sldLayoutChg chg="add">
          <pc:chgData name="Ethan P. Janovich" userId="234861c4-535e-431c-9aa7-95bb4533e226" providerId="ADAL" clId="{79425B1F-E787-4A95-91BF-46B89E2A962D}" dt="2026-01-24T15:56:44.948" v="33" actId="26606"/>
          <pc:sldLayoutMkLst>
            <pc:docMk/>
            <pc:sldMasterMk cId="1309982367" sldId="2147483752"/>
            <pc:sldLayoutMk cId="4172681512" sldId="2147483744"/>
          </pc:sldLayoutMkLst>
        </pc:sldLayoutChg>
        <pc:sldLayoutChg chg="add">
          <pc:chgData name="Ethan P. Janovich" userId="234861c4-535e-431c-9aa7-95bb4533e226" providerId="ADAL" clId="{79425B1F-E787-4A95-91BF-46B89E2A962D}" dt="2026-01-24T15:56:44.948" v="33" actId="26606"/>
          <pc:sldLayoutMkLst>
            <pc:docMk/>
            <pc:sldMasterMk cId="1309982367" sldId="2147483752"/>
            <pc:sldLayoutMk cId="1138429254" sldId="2147483745"/>
          </pc:sldLayoutMkLst>
        </pc:sldLayoutChg>
        <pc:sldLayoutChg chg="add">
          <pc:chgData name="Ethan P. Janovich" userId="234861c4-535e-431c-9aa7-95bb4533e226" providerId="ADAL" clId="{79425B1F-E787-4A95-91BF-46B89E2A962D}" dt="2026-01-24T15:56:44.948" v="33" actId="26606"/>
          <pc:sldLayoutMkLst>
            <pc:docMk/>
            <pc:sldMasterMk cId="1309982367" sldId="2147483752"/>
            <pc:sldLayoutMk cId="2958609214" sldId="2147483746"/>
          </pc:sldLayoutMkLst>
        </pc:sldLayoutChg>
        <pc:sldLayoutChg chg="add">
          <pc:chgData name="Ethan P. Janovich" userId="234861c4-535e-431c-9aa7-95bb4533e226" providerId="ADAL" clId="{79425B1F-E787-4A95-91BF-46B89E2A962D}" dt="2026-01-24T15:56:44.948" v="33" actId="26606"/>
          <pc:sldLayoutMkLst>
            <pc:docMk/>
            <pc:sldMasterMk cId="1309982367" sldId="2147483752"/>
            <pc:sldLayoutMk cId="3254177794" sldId="2147483747"/>
          </pc:sldLayoutMkLst>
        </pc:sldLayoutChg>
        <pc:sldLayoutChg chg="add">
          <pc:chgData name="Ethan P. Janovich" userId="234861c4-535e-431c-9aa7-95bb4533e226" providerId="ADAL" clId="{79425B1F-E787-4A95-91BF-46B89E2A962D}" dt="2026-01-24T15:56:44.948" v="33" actId="26606"/>
          <pc:sldLayoutMkLst>
            <pc:docMk/>
            <pc:sldMasterMk cId="1309982367" sldId="2147483752"/>
            <pc:sldLayoutMk cId="3559338213" sldId="2147483748"/>
          </pc:sldLayoutMkLst>
        </pc:sldLayoutChg>
        <pc:sldLayoutChg chg="add">
          <pc:chgData name="Ethan P. Janovich" userId="234861c4-535e-431c-9aa7-95bb4533e226" providerId="ADAL" clId="{79425B1F-E787-4A95-91BF-46B89E2A962D}" dt="2026-01-24T15:56:44.948" v="33" actId="26606"/>
          <pc:sldLayoutMkLst>
            <pc:docMk/>
            <pc:sldMasterMk cId="1309982367" sldId="2147483752"/>
            <pc:sldLayoutMk cId="2084781683" sldId="2147483749"/>
          </pc:sldLayoutMkLst>
        </pc:sldLayoutChg>
        <pc:sldLayoutChg chg="add">
          <pc:chgData name="Ethan P. Janovich" userId="234861c4-535e-431c-9aa7-95bb4533e226" providerId="ADAL" clId="{79425B1F-E787-4A95-91BF-46B89E2A962D}" dt="2026-01-24T15:56:44.948" v="33" actId="26606"/>
          <pc:sldLayoutMkLst>
            <pc:docMk/>
            <pc:sldMasterMk cId="1309982367" sldId="2147483752"/>
            <pc:sldLayoutMk cId="879324800" sldId="2147483750"/>
          </pc:sldLayoutMkLst>
        </pc:sldLayoutChg>
        <pc:sldLayoutChg chg="add">
          <pc:chgData name="Ethan P. Janovich" userId="234861c4-535e-431c-9aa7-95bb4533e226" providerId="ADAL" clId="{79425B1F-E787-4A95-91BF-46B89E2A962D}" dt="2026-01-24T15:56:44.948" v="33" actId="26606"/>
          <pc:sldLayoutMkLst>
            <pc:docMk/>
            <pc:sldMasterMk cId="1309982367" sldId="2147483752"/>
            <pc:sldLayoutMk cId="1703390701" sldId="2147483751"/>
          </pc:sldLayoutMkLst>
        </pc:sldLayoutChg>
      </pc:sldMasterChg>
    </pc:docChg>
  </pc:docChgLst>
  <pc:docChgLst>
    <pc:chgData name="Lavender B. Wilson" userId="S::wil81891@pennwest.edu::983a4de1-fa1a-4b3b-a3ea-0407ab083b1d" providerId="AD" clId="Web-{F24F4A92-064E-3D61-B7A2-54EA19B973B9}"/>
    <pc:docChg chg="modSld">
      <pc:chgData name="Lavender B. Wilson" userId="S::wil81891@pennwest.edu::983a4de1-fa1a-4b3b-a3ea-0407ab083b1d" providerId="AD" clId="Web-{F24F4A92-064E-3D61-B7A2-54EA19B973B9}" dt="2026-01-26T02:45:35.640" v="54" actId="20577"/>
      <pc:docMkLst>
        <pc:docMk/>
      </pc:docMkLst>
      <pc:sldChg chg="modSp">
        <pc:chgData name="Lavender B. Wilson" userId="S::wil81891@pennwest.edu::983a4de1-fa1a-4b3b-a3ea-0407ab083b1d" providerId="AD" clId="Web-{F24F4A92-064E-3D61-B7A2-54EA19B973B9}" dt="2026-01-26T02:45:35.640" v="54" actId="20577"/>
        <pc:sldMkLst>
          <pc:docMk/>
          <pc:sldMk cId="958039725" sldId="260"/>
        </pc:sldMkLst>
        <pc:graphicFrameChg chg="modGraphic">
          <ac:chgData name="Lavender B. Wilson" userId="S::wil81891@pennwest.edu::983a4de1-fa1a-4b3b-a3ea-0407ab083b1d" providerId="AD" clId="Web-{F24F4A92-064E-3D61-B7A2-54EA19B973B9}" dt="2026-01-26T02:45:35.640" v="54" actId="20577"/>
          <ac:graphicFrameMkLst>
            <pc:docMk/>
            <pc:sldMk cId="958039725" sldId="260"/>
            <ac:graphicFrameMk id="6" creationId="{8A634116-A947-3B52-5F70-52F5BB41F808}"/>
          </ac:graphicFrameMkLst>
        </pc:graphicFrameChg>
      </pc:sldChg>
      <pc:sldChg chg="modSp">
        <pc:chgData name="Lavender B. Wilson" userId="S::wil81891@pennwest.edu::983a4de1-fa1a-4b3b-a3ea-0407ab083b1d" providerId="AD" clId="Web-{F24F4A92-064E-3D61-B7A2-54EA19B973B9}" dt="2026-01-26T02:42:09.448" v="15" actId="20577"/>
        <pc:sldMkLst>
          <pc:docMk/>
          <pc:sldMk cId="688135998" sldId="261"/>
        </pc:sldMkLst>
        <pc:spChg chg="mod">
          <ac:chgData name="Lavender B. Wilson" userId="S::wil81891@pennwest.edu::983a4de1-fa1a-4b3b-a3ea-0407ab083b1d" providerId="AD" clId="Web-{F24F4A92-064E-3D61-B7A2-54EA19B973B9}" dt="2026-01-26T02:42:09.448" v="15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Lavender B. Wilson" userId="S::wil81891@pennwest.edu::983a4de1-fa1a-4b3b-a3ea-0407ab083b1d" providerId="AD" clId="Web-{F24F4A92-064E-3D61-B7A2-54EA19B973B9}" dt="2026-01-26T02:41:43.448" v="12" actId="20577"/>
        <pc:sldMkLst>
          <pc:docMk/>
          <pc:sldMk cId="816385982" sldId="263"/>
        </pc:sldMkLst>
        <pc:spChg chg="mod">
          <ac:chgData name="Lavender B. Wilson" userId="S::wil81891@pennwest.edu::983a4de1-fa1a-4b3b-a3ea-0407ab083b1d" providerId="AD" clId="Web-{F24F4A92-064E-3D61-B7A2-54EA19B973B9}" dt="2026-01-26T02:41:43.448" v="12" actId="20577"/>
          <ac:spMkLst>
            <pc:docMk/>
            <pc:sldMk cId="816385982" sldId="263"/>
            <ac:spMk id="3" creationId="{119EC1D2-F76F-6A5B-72DE-661ED79490F2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7C81A1-9A67-4471-BE38-5470792CCA4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4EBD4E-9FC3-4F35-BA34-9A292B866EF0}">
      <dgm:prSet/>
      <dgm:spPr/>
      <dgm:t>
        <a:bodyPr/>
        <a:lstStyle/>
        <a:p>
          <a:r>
            <a:rPr lang="en-US"/>
            <a:t>Our biggest challenge to date is learning how to use our GUI library, </a:t>
          </a:r>
          <a:r>
            <a:rPr lang="en-US" err="1"/>
            <a:t>kivy</a:t>
          </a:r>
          <a:r>
            <a:rPr lang="en-US"/>
            <a:t>.</a:t>
          </a:r>
        </a:p>
      </dgm:t>
    </dgm:pt>
    <dgm:pt modelId="{42579DC3-FE91-40E0-A1E0-07A2C3977698}" type="parTrans" cxnId="{206AAD1B-9AA1-431E-AD78-84D1B9D5A25C}">
      <dgm:prSet/>
      <dgm:spPr/>
      <dgm:t>
        <a:bodyPr/>
        <a:lstStyle/>
        <a:p>
          <a:endParaRPr lang="en-US"/>
        </a:p>
      </dgm:t>
    </dgm:pt>
    <dgm:pt modelId="{D05EAD2B-7280-4143-8757-3FE0627A97E8}" type="sibTrans" cxnId="{206AAD1B-9AA1-431E-AD78-84D1B9D5A25C}">
      <dgm:prSet/>
      <dgm:spPr/>
      <dgm:t>
        <a:bodyPr/>
        <a:lstStyle/>
        <a:p>
          <a:endParaRPr lang="en-US"/>
        </a:p>
      </dgm:t>
    </dgm:pt>
    <dgm:pt modelId="{F4DA8C04-DBD9-4AF5-998C-BA9DDBE73423}">
      <dgm:prSet/>
      <dgm:spPr/>
      <dgm:t>
        <a:bodyPr/>
        <a:lstStyle/>
        <a:p>
          <a:r>
            <a:rPr lang="en-US"/>
            <a:t>Unlike some other Python GUIs (like tkinter), kivy requires a separate .kv file where the UI is defined.</a:t>
          </a:r>
        </a:p>
      </dgm:t>
    </dgm:pt>
    <dgm:pt modelId="{E69C7FE7-1A7A-4B11-9855-54B692CE0334}" type="parTrans" cxnId="{616153EA-8F55-4747-97A6-5F6134CD3CE2}">
      <dgm:prSet/>
      <dgm:spPr/>
      <dgm:t>
        <a:bodyPr/>
        <a:lstStyle/>
        <a:p>
          <a:endParaRPr lang="en-US"/>
        </a:p>
      </dgm:t>
    </dgm:pt>
    <dgm:pt modelId="{03905941-D1E2-4D28-8296-69791F911043}" type="sibTrans" cxnId="{616153EA-8F55-4747-97A6-5F6134CD3CE2}">
      <dgm:prSet/>
      <dgm:spPr/>
      <dgm:t>
        <a:bodyPr/>
        <a:lstStyle/>
        <a:p>
          <a:endParaRPr lang="en-US"/>
        </a:p>
      </dgm:t>
    </dgm:pt>
    <dgm:pt modelId="{A87685E4-1E38-40BB-87AC-6AF857A56A7F}">
      <dgm:prSet/>
      <dgm:spPr/>
      <dgm:t>
        <a:bodyPr/>
        <a:lstStyle/>
        <a:p>
          <a:r>
            <a:rPr lang="en-US"/>
            <a:t>It took some time to figure out, but we now feel comfortable using this library.</a:t>
          </a:r>
        </a:p>
      </dgm:t>
    </dgm:pt>
    <dgm:pt modelId="{E81AFC38-6F77-44FA-9F86-C43F91B6435F}" type="parTrans" cxnId="{55521EBF-75D9-4A1C-ADE2-5D2369A0AE24}">
      <dgm:prSet/>
      <dgm:spPr/>
      <dgm:t>
        <a:bodyPr/>
        <a:lstStyle/>
        <a:p>
          <a:endParaRPr lang="en-US"/>
        </a:p>
      </dgm:t>
    </dgm:pt>
    <dgm:pt modelId="{3FC5E598-30B8-46DB-BC15-357E244A858C}" type="sibTrans" cxnId="{55521EBF-75D9-4A1C-ADE2-5D2369A0AE24}">
      <dgm:prSet/>
      <dgm:spPr/>
      <dgm:t>
        <a:bodyPr/>
        <a:lstStyle/>
        <a:p>
          <a:endParaRPr lang="en-US"/>
        </a:p>
      </dgm:t>
    </dgm:pt>
    <dgm:pt modelId="{0553D502-FC4D-422C-90A4-C1265D3CD081}" type="pres">
      <dgm:prSet presAssocID="{0D7C81A1-9A67-4471-BE38-5470792CCA4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D5ED02-287C-428C-8381-D79BAE2AD0F8}" type="pres">
      <dgm:prSet presAssocID="{B64EBD4E-9FC3-4F35-BA34-9A292B866EF0}" presName="hierRoot1" presStyleCnt="0"/>
      <dgm:spPr/>
    </dgm:pt>
    <dgm:pt modelId="{03A2B0B0-0B82-4A69-ADAD-4179A67934A9}" type="pres">
      <dgm:prSet presAssocID="{B64EBD4E-9FC3-4F35-BA34-9A292B866EF0}" presName="composite" presStyleCnt="0"/>
      <dgm:spPr/>
    </dgm:pt>
    <dgm:pt modelId="{5473925F-21EB-440A-A0A6-F900CB9E1E47}" type="pres">
      <dgm:prSet presAssocID="{B64EBD4E-9FC3-4F35-BA34-9A292B866EF0}" presName="background" presStyleLbl="node0" presStyleIdx="0" presStyleCnt="3"/>
      <dgm:spPr/>
    </dgm:pt>
    <dgm:pt modelId="{ED00DA13-6EF0-4C66-9DFD-098E08B86446}" type="pres">
      <dgm:prSet presAssocID="{B64EBD4E-9FC3-4F35-BA34-9A292B866EF0}" presName="text" presStyleLbl="fgAcc0" presStyleIdx="0" presStyleCnt="3">
        <dgm:presLayoutVars>
          <dgm:chPref val="3"/>
        </dgm:presLayoutVars>
      </dgm:prSet>
      <dgm:spPr/>
    </dgm:pt>
    <dgm:pt modelId="{0D0799DF-2926-4374-AF9C-1797A579E30D}" type="pres">
      <dgm:prSet presAssocID="{B64EBD4E-9FC3-4F35-BA34-9A292B866EF0}" presName="hierChild2" presStyleCnt="0"/>
      <dgm:spPr/>
    </dgm:pt>
    <dgm:pt modelId="{B8C5CEB7-FD96-4769-9515-FD2E4A41F194}" type="pres">
      <dgm:prSet presAssocID="{F4DA8C04-DBD9-4AF5-998C-BA9DDBE73423}" presName="hierRoot1" presStyleCnt="0"/>
      <dgm:spPr/>
    </dgm:pt>
    <dgm:pt modelId="{C0D0A87A-602C-47F4-9AAD-4BEBC1A7B60C}" type="pres">
      <dgm:prSet presAssocID="{F4DA8C04-DBD9-4AF5-998C-BA9DDBE73423}" presName="composite" presStyleCnt="0"/>
      <dgm:spPr/>
    </dgm:pt>
    <dgm:pt modelId="{199C42BF-E67D-447C-8BFA-95058D66E687}" type="pres">
      <dgm:prSet presAssocID="{F4DA8C04-DBD9-4AF5-998C-BA9DDBE73423}" presName="background" presStyleLbl="node0" presStyleIdx="1" presStyleCnt="3"/>
      <dgm:spPr/>
    </dgm:pt>
    <dgm:pt modelId="{63330C5D-E7B1-41FA-B0F6-ACD50814DD0E}" type="pres">
      <dgm:prSet presAssocID="{F4DA8C04-DBD9-4AF5-998C-BA9DDBE73423}" presName="text" presStyleLbl="fgAcc0" presStyleIdx="1" presStyleCnt="3">
        <dgm:presLayoutVars>
          <dgm:chPref val="3"/>
        </dgm:presLayoutVars>
      </dgm:prSet>
      <dgm:spPr/>
    </dgm:pt>
    <dgm:pt modelId="{67E5C6DF-4A00-43CB-A536-38FE1FBDCD43}" type="pres">
      <dgm:prSet presAssocID="{F4DA8C04-DBD9-4AF5-998C-BA9DDBE73423}" presName="hierChild2" presStyleCnt="0"/>
      <dgm:spPr/>
    </dgm:pt>
    <dgm:pt modelId="{EF49905B-5016-48C1-B342-F09E91AFEABE}" type="pres">
      <dgm:prSet presAssocID="{A87685E4-1E38-40BB-87AC-6AF857A56A7F}" presName="hierRoot1" presStyleCnt="0"/>
      <dgm:spPr/>
    </dgm:pt>
    <dgm:pt modelId="{8D66D913-E642-4788-A322-AE96BBB76F4E}" type="pres">
      <dgm:prSet presAssocID="{A87685E4-1E38-40BB-87AC-6AF857A56A7F}" presName="composite" presStyleCnt="0"/>
      <dgm:spPr/>
    </dgm:pt>
    <dgm:pt modelId="{1CD1E317-26D2-47C4-B813-47CD4CDDF367}" type="pres">
      <dgm:prSet presAssocID="{A87685E4-1E38-40BB-87AC-6AF857A56A7F}" presName="background" presStyleLbl="node0" presStyleIdx="2" presStyleCnt="3"/>
      <dgm:spPr/>
    </dgm:pt>
    <dgm:pt modelId="{C40540AD-0245-410D-8449-44D45FA01BF4}" type="pres">
      <dgm:prSet presAssocID="{A87685E4-1E38-40BB-87AC-6AF857A56A7F}" presName="text" presStyleLbl="fgAcc0" presStyleIdx="2" presStyleCnt="3">
        <dgm:presLayoutVars>
          <dgm:chPref val="3"/>
        </dgm:presLayoutVars>
      </dgm:prSet>
      <dgm:spPr/>
    </dgm:pt>
    <dgm:pt modelId="{830A3832-E487-4329-AD5D-634A9539EDD0}" type="pres">
      <dgm:prSet presAssocID="{A87685E4-1E38-40BB-87AC-6AF857A56A7F}" presName="hierChild2" presStyleCnt="0"/>
      <dgm:spPr/>
    </dgm:pt>
  </dgm:ptLst>
  <dgm:cxnLst>
    <dgm:cxn modelId="{206AAD1B-9AA1-431E-AD78-84D1B9D5A25C}" srcId="{0D7C81A1-9A67-4471-BE38-5470792CCA46}" destId="{B64EBD4E-9FC3-4F35-BA34-9A292B866EF0}" srcOrd="0" destOrd="0" parTransId="{42579DC3-FE91-40E0-A1E0-07A2C3977698}" sibTransId="{D05EAD2B-7280-4143-8757-3FE0627A97E8}"/>
    <dgm:cxn modelId="{90469B30-B6AC-4D41-967D-055EC99F0CD9}" type="presOf" srcId="{A87685E4-1E38-40BB-87AC-6AF857A56A7F}" destId="{C40540AD-0245-410D-8449-44D45FA01BF4}" srcOrd="0" destOrd="0" presId="urn:microsoft.com/office/officeart/2005/8/layout/hierarchy1"/>
    <dgm:cxn modelId="{0A10B74D-3C7E-4E56-B9A6-9417831407A4}" type="presOf" srcId="{0D7C81A1-9A67-4471-BE38-5470792CCA46}" destId="{0553D502-FC4D-422C-90A4-C1265D3CD081}" srcOrd="0" destOrd="0" presId="urn:microsoft.com/office/officeart/2005/8/layout/hierarchy1"/>
    <dgm:cxn modelId="{9AA1E78D-B965-47EA-BAFA-6974354E8883}" type="presOf" srcId="{B64EBD4E-9FC3-4F35-BA34-9A292B866EF0}" destId="{ED00DA13-6EF0-4C66-9DFD-098E08B86446}" srcOrd="0" destOrd="0" presId="urn:microsoft.com/office/officeart/2005/8/layout/hierarchy1"/>
    <dgm:cxn modelId="{55521EBF-75D9-4A1C-ADE2-5D2369A0AE24}" srcId="{0D7C81A1-9A67-4471-BE38-5470792CCA46}" destId="{A87685E4-1E38-40BB-87AC-6AF857A56A7F}" srcOrd="2" destOrd="0" parTransId="{E81AFC38-6F77-44FA-9F86-C43F91B6435F}" sibTransId="{3FC5E598-30B8-46DB-BC15-357E244A858C}"/>
    <dgm:cxn modelId="{3ED901E8-A6B8-4523-A27B-B6684F806F86}" type="presOf" srcId="{F4DA8C04-DBD9-4AF5-998C-BA9DDBE73423}" destId="{63330C5D-E7B1-41FA-B0F6-ACD50814DD0E}" srcOrd="0" destOrd="0" presId="urn:microsoft.com/office/officeart/2005/8/layout/hierarchy1"/>
    <dgm:cxn modelId="{616153EA-8F55-4747-97A6-5F6134CD3CE2}" srcId="{0D7C81A1-9A67-4471-BE38-5470792CCA46}" destId="{F4DA8C04-DBD9-4AF5-998C-BA9DDBE73423}" srcOrd="1" destOrd="0" parTransId="{E69C7FE7-1A7A-4B11-9855-54B692CE0334}" sibTransId="{03905941-D1E2-4D28-8296-69791F911043}"/>
    <dgm:cxn modelId="{C9129001-E410-4E28-BAD2-86C106E95CF8}" type="presParOf" srcId="{0553D502-FC4D-422C-90A4-C1265D3CD081}" destId="{DDD5ED02-287C-428C-8381-D79BAE2AD0F8}" srcOrd="0" destOrd="0" presId="urn:microsoft.com/office/officeart/2005/8/layout/hierarchy1"/>
    <dgm:cxn modelId="{6F9B7983-4866-4FB5-8DFF-F920CDEF64BE}" type="presParOf" srcId="{DDD5ED02-287C-428C-8381-D79BAE2AD0F8}" destId="{03A2B0B0-0B82-4A69-ADAD-4179A67934A9}" srcOrd="0" destOrd="0" presId="urn:microsoft.com/office/officeart/2005/8/layout/hierarchy1"/>
    <dgm:cxn modelId="{B3E2D714-394C-461E-8B49-C7E2D6CA10DB}" type="presParOf" srcId="{03A2B0B0-0B82-4A69-ADAD-4179A67934A9}" destId="{5473925F-21EB-440A-A0A6-F900CB9E1E47}" srcOrd="0" destOrd="0" presId="urn:microsoft.com/office/officeart/2005/8/layout/hierarchy1"/>
    <dgm:cxn modelId="{399047DD-2E0B-466A-B386-3D7CD2E1D0F4}" type="presParOf" srcId="{03A2B0B0-0B82-4A69-ADAD-4179A67934A9}" destId="{ED00DA13-6EF0-4C66-9DFD-098E08B86446}" srcOrd="1" destOrd="0" presId="urn:microsoft.com/office/officeart/2005/8/layout/hierarchy1"/>
    <dgm:cxn modelId="{C65D46C9-A740-491A-9D1F-AFA36A3AF3BF}" type="presParOf" srcId="{DDD5ED02-287C-428C-8381-D79BAE2AD0F8}" destId="{0D0799DF-2926-4374-AF9C-1797A579E30D}" srcOrd="1" destOrd="0" presId="urn:microsoft.com/office/officeart/2005/8/layout/hierarchy1"/>
    <dgm:cxn modelId="{B962BA1E-01CF-45A5-B57D-3A91F9BE29C0}" type="presParOf" srcId="{0553D502-FC4D-422C-90A4-C1265D3CD081}" destId="{B8C5CEB7-FD96-4769-9515-FD2E4A41F194}" srcOrd="1" destOrd="0" presId="urn:microsoft.com/office/officeart/2005/8/layout/hierarchy1"/>
    <dgm:cxn modelId="{91C47D19-B98C-4D1C-AC9C-75FF5E228565}" type="presParOf" srcId="{B8C5CEB7-FD96-4769-9515-FD2E4A41F194}" destId="{C0D0A87A-602C-47F4-9AAD-4BEBC1A7B60C}" srcOrd="0" destOrd="0" presId="urn:microsoft.com/office/officeart/2005/8/layout/hierarchy1"/>
    <dgm:cxn modelId="{C63E8EA2-5BA2-4925-B8DA-608FEB5CCA63}" type="presParOf" srcId="{C0D0A87A-602C-47F4-9AAD-4BEBC1A7B60C}" destId="{199C42BF-E67D-447C-8BFA-95058D66E687}" srcOrd="0" destOrd="0" presId="urn:microsoft.com/office/officeart/2005/8/layout/hierarchy1"/>
    <dgm:cxn modelId="{7BA166BA-EF61-4D54-90BF-FE442776C8F6}" type="presParOf" srcId="{C0D0A87A-602C-47F4-9AAD-4BEBC1A7B60C}" destId="{63330C5D-E7B1-41FA-B0F6-ACD50814DD0E}" srcOrd="1" destOrd="0" presId="urn:microsoft.com/office/officeart/2005/8/layout/hierarchy1"/>
    <dgm:cxn modelId="{AB280D5A-4625-462F-B21C-50D9DF8214E9}" type="presParOf" srcId="{B8C5CEB7-FD96-4769-9515-FD2E4A41F194}" destId="{67E5C6DF-4A00-43CB-A536-38FE1FBDCD43}" srcOrd="1" destOrd="0" presId="urn:microsoft.com/office/officeart/2005/8/layout/hierarchy1"/>
    <dgm:cxn modelId="{75677275-16EB-41F4-B15B-84B27BCB5B59}" type="presParOf" srcId="{0553D502-FC4D-422C-90A4-C1265D3CD081}" destId="{EF49905B-5016-48C1-B342-F09E91AFEABE}" srcOrd="2" destOrd="0" presId="urn:microsoft.com/office/officeart/2005/8/layout/hierarchy1"/>
    <dgm:cxn modelId="{6CEA4136-BEAD-4213-9B5A-372AE167C214}" type="presParOf" srcId="{EF49905B-5016-48C1-B342-F09E91AFEABE}" destId="{8D66D913-E642-4788-A322-AE96BBB76F4E}" srcOrd="0" destOrd="0" presId="urn:microsoft.com/office/officeart/2005/8/layout/hierarchy1"/>
    <dgm:cxn modelId="{28723A67-9602-4B36-AD6F-7974A950461C}" type="presParOf" srcId="{8D66D913-E642-4788-A322-AE96BBB76F4E}" destId="{1CD1E317-26D2-47C4-B813-47CD4CDDF367}" srcOrd="0" destOrd="0" presId="urn:microsoft.com/office/officeart/2005/8/layout/hierarchy1"/>
    <dgm:cxn modelId="{BC3AC611-A45C-4760-9B0B-F6C308249322}" type="presParOf" srcId="{8D66D913-E642-4788-A322-AE96BBB76F4E}" destId="{C40540AD-0245-410D-8449-44D45FA01BF4}" srcOrd="1" destOrd="0" presId="urn:microsoft.com/office/officeart/2005/8/layout/hierarchy1"/>
    <dgm:cxn modelId="{090E9D3A-5642-436E-8871-53884D9A8AE8}" type="presParOf" srcId="{EF49905B-5016-48C1-B342-F09E91AFEABE}" destId="{830A3832-E487-4329-AD5D-634A9539EDD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F3C5D3-2E72-4741-A01C-3E507B47A9F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F1A7C6-3DCA-44AD-9A3A-DF9E06F039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are currently on pace with our Gantt chart.</a:t>
          </a:r>
        </a:p>
      </dgm:t>
    </dgm:pt>
    <dgm:pt modelId="{342662EA-0C84-483A-89D0-E3D35D1E2963}" type="parTrans" cxnId="{053AAF56-AA2C-42BF-89F1-837B2A12F6C8}">
      <dgm:prSet/>
      <dgm:spPr/>
      <dgm:t>
        <a:bodyPr/>
        <a:lstStyle/>
        <a:p>
          <a:endParaRPr lang="en-US"/>
        </a:p>
      </dgm:t>
    </dgm:pt>
    <dgm:pt modelId="{8748F42F-3BB5-4020-99A0-8041DD0E12C9}" type="sibTrans" cxnId="{053AAF56-AA2C-42BF-89F1-837B2A12F6C8}">
      <dgm:prSet/>
      <dgm:spPr/>
      <dgm:t>
        <a:bodyPr/>
        <a:lstStyle/>
        <a:p>
          <a:endParaRPr lang="en-US"/>
        </a:p>
      </dgm:t>
    </dgm:pt>
    <dgm:pt modelId="{22290E01-3957-4D60-B6A2-8E3EAD24FF3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100">
              <a:latin typeface="Calibri"/>
              <a:ea typeface="Calibri"/>
              <a:cs typeface="Calibri"/>
            </a:rPr>
            <a:t>Our current estimates give us about 2 weeks of wiggle room for unexpected problems to push us into.</a:t>
          </a:r>
          <a:endParaRPr lang="en-US">
            <a:latin typeface="Franklin Gothic Heavy"/>
          </a:endParaRPr>
        </a:p>
      </dgm:t>
    </dgm:pt>
    <dgm:pt modelId="{705C20D4-FBB5-4226-BF20-FFB274E82E50}" type="parTrans" cxnId="{0E9C78EB-AF1D-4272-B660-F59A9AD33099}">
      <dgm:prSet/>
      <dgm:spPr/>
      <dgm:t>
        <a:bodyPr/>
        <a:lstStyle/>
        <a:p>
          <a:endParaRPr lang="en-US"/>
        </a:p>
      </dgm:t>
    </dgm:pt>
    <dgm:pt modelId="{A780984D-3921-4AD6-A82A-901AA22A28A2}" type="sibTrans" cxnId="{0E9C78EB-AF1D-4272-B660-F59A9AD33099}">
      <dgm:prSet/>
      <dgm:spPr/>
      <dgm:t>
        <a:bodyPr/>
        <a:lstStyle/>
        <a:p>
          <a:endParaRPr lang="en-US"/>
        </a:p>
      </dgm:t>
    </dgm:pt>
    <dgm:pt modelId="{55E6EC96-79E6-4563-A279-D0D0F5F961A9}" type="pres">
      <dgm:prSet presAssocID="{50F3C5D3-2E72-4741-A01C-3E507B47A9F8}" presName="root" presStyleCnt="0">
        <dgm:presLayoutVars>
          <dgm:dir/>
          <dgm:resizeHandles val="exact"/>
        </dgm:presLayoutVars>
      </dgm:prSet>
      <dgm:spPr/>
    </dgm:pt>
    <dgm:pt modelId="{DC15BDCA-6D55-4AB2-9B24-E40122DF9600}" type="pres">
      <dgm:prSet presAssocID="{11F1A7C6-3DCA-44AD-9A3A-DF9E06F039A4}" presName="compNode" presStyleCnt="0"/>
      <dgm:spPr/>
    </dgm:pt>
    <dgm:pt modelId="{325CE953-BDFF-4901-A7D1-0658395F7256}" type="pres">
      <dgm:prSet presAssocID="{11F1A7C6-3DCA-44AD-9A3A-DF9E06F039A4}" presName="bgRect" presStyleLbl="bgShp" presStyleIdx="0" presStyleCnt="2"/>
      <dgm:spPr/>
    </dgm:pt>
    <dgm:pt modelId="{4A347DA9-9331-4792-B2EB-6B5B3EAF6053}" type="pres">
      <dgm:prSet presAssocID="{11F1A7C6-3DCA-44AD-9A3A-DF9E06F039A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9BCC587-27F0-45E7-AA14-C6A8BF30F15A}" type="pres">
      <dgm:prSet presAssocID="{11F1A7C6-3DCA-44AD-9A3A-DF9E06F039A4}" presName="spaceRect" presStyleCnt="0"/>
      <dgm:spPr/>
    </dgm:pt>
    <dgm:pt modelId="{0D879F97-8C90-437A-ACF8-6BC7A3642A83}" type="pres">
      <dgm:prSet presAssocID="{11F1A7C6-3DCA-44AD-9A3A-DF9E06F039A4}" presName="parTx" presStyleLbl="revTx" presStyleIdx="0" presStyleCnt="2">
        <dgm:presLayoutVars>
          <dgm:chMax val="0"/>
          <dgm:chPref val="0"/>
        </dgm:presLayoutVars>
      </dgm:prSet>
      <dgm:spPr/>
    </dgm:pt>
    <dgm:pt modelId="{14F4C9EA-9155-4568-8873-26AF6630CF43}" type="pres">
      <dgm:prSet presAssocID="{8748F42F-3BB5-4020-99A0-8041DD0E12C9}" presName="sibTrans" presStyleCnt="0"/>
      <dgm:spPr/>
    </dgm:pt>
    <dgm:pt modelId="{0D35E739-F1C3-4011-9236-DE2E85856B9F}" type="pres">
      <dgm:prSet presAssocID="{22290E01-3957-4D60-B6A2-8E3EAD24FF36}" presName="compNode" presStyleCnt="0"/>
      <dgm:spPr/>
    </dgm:pt>
    <dgm:pt modelId="{CED0F9D8-8C45-4FF3-B3D0-BF807B6FB341}" type="pres">
      <dgm:prSet presAssocID="{22290E01-3957-4D60-B6A2-8E3EAD24FF36}" presName="bgRect" presStyleLbl="bgShp" presStyleIdx="1" presStyleCnt="2"/>
      <dgm:spPr/>
    </dgm:pt>
    <dgm:pt modelId="{EAE46BBD-1219-4D7D-8882-DDD875910AA9}" type="pres">
      <dgm:prSet presAssocID="{22290E01-3957-4D60-B6A2-8E3EAD24FF3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 with solid fill"/>
        </a:ext>
      </dgm:extLst>
    </dgm:pt>
    <dgm:pt modelId="{0DF137D8-48A9-46E5-B748-F87B6EA56D3F}" type="pres">
      <dgm:prSet presAssocID="{22290E01-3957-4D60-B6A2-8E3EAD24FF36}" presName="spaceRect" presStyleCnt="0"/>
      <dgm:spPr/>
    </dgm:pt>
    <dgm:pt modelId="{0AF366C9-8FA0-41C4-B85A-A5EACB5031DD}" type="pres">
      <dgm:prSet presAssocID="{22290E01-3957-4D60-B6A2-8E3EAD24FF3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9C2CF1A-5E61-466D-B292-ED5615438F6E}" type="presOf" srcId="{22290E01-3957-4D60-B6A2-8E3EAD24FF36}" destId="{0AF366C9-8FA0-41C4-B85A-A5EACB5031DD}" srcOrd="0" destOrd="0" presId="urn:microsoft.com/office/officeart/2018/2/layout/IconVerticalSolidList"/>
    <dgm:cxn modelId="{053AAF56-AA2C-42BF-89F1-837B2A12F6C8}" srcId="{50F3C5D3-2E72-4741-A01C-3E507B47A9F8}" destId="{11F1A7C6-3DCA-44AD-9A3A-DF9E06F039A4}" srcOrd="0" destOrd="0" parTransId="{342662EA-0C84-483A-89D0-E3D35D1E2963}" sibTransId="{8748F42F-3BB5-4020-99A0-8041DD0E12C9}"/>
    <dgm:cxn modelId="{5AFBACC0-90E8-4BFF-A4B5-78E73169DDC9}" type="presOf" srcId="{50F3C5D3-2E72-4741-A01C-3E507B47A9F8}" destId="{55E6EC96-79E6-4563-A279-D0D0F5F961A9}" srcOrd="0" destOrd="0" presId="urn:microsoft.com/office/officeart/2018/2/layout/IconVerticalSolidList"/>
    <dgm:cxn modelId="{4C09EAC3-C846-49E1-B3D7-E6A358F0F045}" type="presOf" srcId="{11F1A7C6-3DCA-44AD-9A3A-DF9E06F039A4}" destId="{0D879F97-8C90-437A-ACF8-6BC7A3642A83}" srcOrd="0" destOrd="0" presId="urn:microsoft.com/office/officeart/2018/2/layout/IconVerticalSolidList"/>
    <dgm:cxn modelId="{0E9C78EB-AF1D-4272-B660-F59A9AD33099}" srcId="{50F3C5D3-2E72-4741-A01C-3E507B47A9F8}" destId="{22290E01-3957-4D60-B6A2-8E3EAD24FF36}" srcOrd="1" destOrd="0" parTransId="{705C20D4-FBB5-4226-BF20-FFB274E82E50}" sibTransId="{A780984D-3921-4AD6-A82A-901AA22A28A2}"/>
    <dgm:cxn modelId="{B6D3A422-3D52-4E8E-9C59-A96C222BA09C}" type="presParOf" srcId="{55E6EC96-79E6-4563-A279-D0D0F5F961A9}" destId="{DC15BDCA-6D55-4AB2-9B24-E40122DF9600}" srcOrd="0" destOrd="0" presId="urn:microsoft.com/office/officeart/2018/2/layout/IconVerticalSolidList"/>
    <dgm:cxn modelId="{2AC4FA5E-76DE-410B-A0F4-8497BEFBB275}" type="presParOf" srcId="{DC15BDCA-6D55-4AB2-9B24-E40122DF9600}" destId="{325CE953-BDFF-4901-A7D1-0658395F7256}" srcOrd="0" destOrd="0" presId="urn:microsoft.com/office/officeart/2018/2/layout/IconVerticalSolidList"/>
    <dgm:cxn modelId="{9592EA70-E49A-4767-BEA6-81DA7FD6F070}" type="presParOf" srcId="{DC15BDCA-6D55-4AB2-9B24-E40122DF9600}" destId="{4A347DA9-9331-4792-B2EB-6B5B3EAF6053}" srcOrd="1" destOrd="0" presId="urn:microsoft.com/office/officeart/2018/2/layout/IconVerticalSolidList"/>
    <dgm:cxn modelId="{F3F3783E-035E-4775-A309-954C90D77A2C}" type="presParOf" srcId="{DC15BDCA-6D55-4AB2-9B24-E40122DF9600}" destId="{59BCC587-27F0-45E7-AA14-C6A8BF30F15A}" srcOrd="2" destOrd="0" presId="urn:microsoft.com/office/officeart/2018/2/layout/IconVerticalSolidList"/>
    <dgm:cxn modelId="{F20917F0-9521-45BE-AA49-7AC2972B42FA}" type="presParOf" srcId="{DC15BDCA-6D55-4AB2-9B24-E40122DF9600}" destId="{0D879F97-8C90-437A-ACF8-6BC7A3642A83}" srcOrd="3" destOrd="0" presId="urn:microsoft.com/office/officeart/2018/2/layout/IconVerticalSolidList"/>
    <dgm:cxn modelId="{6637C71E-DEEB-4109-9BEB-CF6B711DAF95}" type="presParOf" srcId="{55E6EC96-79E6-4563-A279-D0D0F5F961A9}" destId="{14F4C9EA-9155-4568-8873-26AF6630CF43}" srcOrd="1" destOrd="0" presId="urn:microsoft.com/office/officeart/2018/2/layout/IconVerticalSolidList"/>
    <dgm:cxn modelId="{D1B91BC8-93A1-4168-90F8-8CA72CCCAA00}" type="presParOf" srcId="{55E6EC96-79E6-4563-A279-D0D0F5F961A9}" destId="{0D35E739-F1C3-4011-9236-DE2E85856B9F}" srcOrd="2" destOrd="0" presId="urn:microsoft.com/office/officeart/2018/2/layout/IconVerticalSolidList"/>
    <dgm:cxn modelId="{FBE53957-13DC-47F1-9C8D-94B7E274B762}" type="presParOf" srcId="{0D35E739-F1C3-4011-9236-DE2E85856B9F}" destId="{CED0F9D8-8C45-4FF3-B3D0-BF807B6FB341}" srcOrd="0" destOrd="0" presId="urn:microsoft.com/office/officeart/2018/2/layout/IconVerticalSolidList"/>
    <dgm:cxn modelId="{4719040F-7D5D-4359-B54E-85F76EB03C76}" type="presParOf" srcId="{0D35E739-F1C3-4011-9236-DE2E85856B9F}" destId="{EAE46BBD-1219-4D7D-8882-DDD875910AA9}" srcOrd="1" destOrd="0" presId="urn:microsoft.com/office/officeart/2018/2/layout/IconVerticalSolidList"/>
    <dgm:cxn modelId="{F7C5FA7B-15F6-42B4-9A99-15DB6966CC9C}" type="presParOf" srcId="{0D35E739-F1C3-4011-9236-DE2E85856B9F}" destId="{0DF137D8-48A9-46E5-B748-F87B6EA56D3F}" srcOrd="2" destOrd="0" presId="urn:microsoft.com/office/officeart/2018/2/layout/IconVerticalSolidList"/>
    <dgm:cxn modelId="{77C12EB1-F964-4758-ABF5-0C5EB2157FB3}" type="presParOf" srcId="{0D35E739-F1C3-4011-9236-DE2E85856B9F}" destId="{0AF366C9-8FA0-41C4-B85A-A5EACB5031D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3925F-21EB-440A-A0A6-F900CB9E1E47}">
      <dsp:nvSpPr>
        <dsp:cNvPr id="0" name=""/>
        <dsp:cNvSpPr/>
      </dsp:nvSpPr>
      <dsp:spPr>
        <a:xfrm>
          <a:off x="0" y="877940"/>
          <a:ext cx="2833776" cy="1799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00DA13-6EF0-4C66-9DFD-098E08B86446}">
      <dsp:nvSpPr>
        <dsp:cNvPr id="0" name=""/>
        <dsp:cNvSpPr/>
      </dsp:nvSpPr>
      <dsp:spPr>
        <a:xfrm>
          <a:off x="314864" y="1177061"/>
          <a:ext cx="2833776" cy="1799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Our biggest challenge to date is learning how to use our GUI library, </a:t>
          </a:r>
          <a:r>
            <a:rPr lang="en-US" sz="1900" kern="1200" err="1"/>
            <a:t>kivy</a:t>
          </a:r>
          <a:r>
            <a:rPr lang="en-US" sz="1900" kern="1200"/>
            <a:t>.</a:t>
          </a:r>
        </a:p>
      </dsp:txBody>
      <dsp:txXfrm>
        <a:off x="367568" y="1229765"/>
        <a:ext cx="2728368" cy="1694040"/>
      </dsp:txXfrm>
    </dsp:sp>
    <dsp:sp modelId="{199C42BF-E67D-447C-8BFA-95058D66E687}">
      <dsp:nvSpPr>
        <dsp:cNvPr id="0" name=""/>
        <dsp:cNvSpPr/>
      </dsp:nvSpPr>
      <dsp:spPr>
        <a:xfrm>
          <a:off x="3463505" y="877940"/>
          <a:ext cx="2833776" cy="1799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330C5D-E7B1-41FA-B0F6-ACD50814DD0E}">
      <dsp:nvSpPr>
        <dsp:cNvPr id="0" name=""/>
        <dsp:cNvSpPr/>
      </dsp:nvSpPr>
      <dsp:spPr>
        <a:xfrm>
          <a:off x="3778369" y="1177061"/>
          <a:ext cx="2833776" cy="1799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Unlike some other Python GUIs (like tkinter), kivy requires a separate .kv file where the UI is defined.</a:t>
          </a:r>
        </a:p>
      </dsp:txBody>
      <dsp:txXfrm>
        <a:off x="3831073" y="1229765"/>
        <a:ext cx="2728368" cy="1694040"/>
      </dsp:txXfrm>
    </dsp:sp>
    <dsp:sp modelId="{1CD1E317-26D2-47C4-B813-47CD4CDDF367}">
      <dsp:nvSpPr>
        <dsp:cNvPr id="0" name=""/>
        <dsp:cNvSpPr/>
      </dsp:nvSpPr>
      <dsp:spPr>
        <a:xfrm>
          <a:off x="6927010" y="877940"/>
          <a:ext cx="2833776" cy="1799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540AD-0245-410D-8449-44D45FA01BF4}">
      <dsp:nvSpPr>
        <dsp:cNvPr id="0" name=""/>
        <dsp:cNvSpPr/>
      </dsp:nvSpPr>
      <dsp:spPr>
        <a:xfrm>
          <a:off x="7241874" y="1177061"/>
          <a:ext cx="2833776" cy="1799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It took some time to figure out, but we now feel comfortable using this library.</a:t>
          </a:r>
        </a:p>
      </dsp:txBody>
      <dsp:txXfrm>
        <a:off x="7294578" y="1229765"/>
        <a:ext cx="2728368" cy="1694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5CE953-BDFF-4901-A7D1-0658395F7256}">
      <dsp:nvSpPr>
        <dsp:cNvPr id="0" name=""/>
        <dsp:cNvSpPr/>
      </dsp:nvSpPr>
      <dsp:spPr>
        <a:xfrm>
          <a:off x="0" y="626302"/>
          <a:ext cx="9493250" cy="1156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347DA9-9331-4792-B2EB-6B5B3EAF6053}">
      <dsp:nvSpPr>
        <dsp:cNvPr id="0" name=""/>
        <dsp:cNvSpPr/>
      </dsp:nvSpPr>
      <dsp:spPr>
        <a:xfrm>
          <a:off x="349765" y="886458"/>
          <a:ext cx="635937" cy="635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79F97-8C90-437A-ACF8-6BC7A3642A83}">
      <dsp:nvSpPr>
        <dsp:cNvPr id="0" name=""/>
        <dsp:cNvSpPr/>
      </dsp:nvSpPr>
      <dsp:spPr>
        <a:xfrm>
          <a:off x="1335468" y="626302"/>
          <a:ext cx="8157781" cy="115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70" tIns="122370" rIns="122370" bIns="1223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 are currently on pace with our Gantt chart.</a:t>
          </a:r>
        </a:p>
      </dsp:txBody>
      <dsp:txXfrm>
        <a:off x="1335468" y="626302"/>
        <a:ext cx="8157781" cy="1156250"/>
      </dsp:txXfrm>
    </dsp:sp>
    <dsp:sp modelId="{CED0F9D8-8C45-4FF3-B3D0-BF807B6FB341}">
      <dsp:nvSpPr>
        <dsp:cNvPr id="0" name=""/>
        <dsp:cNvSpPr/>
      </dsp:nvSpPr>
      <dsp:spPr>
        <a:xfrm>
          <a:off x="0" y="2071614"/>
          <a:ext cx="9493250" cy="1156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E46BBD-1219-4D7D-8882-DDD875910AA9}">
      <dsp:nvSpPr>
        <dsp:cNvPr id="0" name=""/>
        <dsp:cNvSpPr/>
      </dsp:nvSpPr>
      <dsp:spPr>
        <a:xfrm>
          <a:off x="349765" y="2331771"/>
          <a:ext cx="635937" cy="635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366C9-8FA0-41C4-B85A-A5EACB5031DD}">
      <dsp:nvSpPr>
        <dsp:cNvPr id="0" name=""/>
        <dsp:cNvSpPr/>
      </dsp:nvSpPr>
      <dsp:spPr>
        <a:xfrm>
          <a:off x="1335468" y="2071614"/>
          <a:ext cx="8157781" cy="115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70" tIns="122370" rIns="122370" bIns="1223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"/>
              <a:ea typeface="Calibri"/>
              <a:cs typeface="Calibri"/>
            </a:rPr>
            <a:t>Our current estimates give us about 2 weeks of wiggle room for unexpected problems to push us into.</a:t>
          </a:r>
          <a:endParaRPr lang="en-US" sz="2500" kern="1200">
            <a:latin typeface="Franklin Gothic Heavy"/>
          </a:endParaRPr>
        </a:p>
      </dsp:txBody>
      <dsp:txXfrm>
        <a:off x="1335468" y="2071614"/>
        <a:ext cx="8157781" cy="1156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0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8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8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2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7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3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2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998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51" r:id="rId6"/>
    <p:sldLayoutId id="2147483746" r:id="rId7"/>
    <p:sldLayoutId id="2147483747" r:id="rId8"/>
    <p:sldLayoutId id="2147483748" r:id="rId9"/>
    <p:sldLayoutId id="2147483750" r:id="rId10"/>
    <p:sldLayoutId id="214748374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persinger.github.io/what-now-websit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D901597-12EB-45F9-BB71-F4A2E9CD2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8A06957-B519-4112-A297-4689EAE57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278" y="1"/>
            <a:ext cx="8015617" cy="6292303"/>
          </a:xfrm>
          <a:custGeom>
            <a:avLst/>
            <a:gdLst>
              <a:gd name="connsiteX0" fmla="*/ 5149574 w 8015617"/>
              <a:gd name="connsiteY0" fmla="*/ 0 h 6292303"/>
              <a:gd name="connsiteX1" fmla="*/ 7673124 w 8015617"/>
              <a:gd name="connsiteY1" fmla="*/ 0 h 6292303"/>
              <a:gd name="connsiteX2" fmla="*/ 8015617 w 8015617"/>
              <a:gd name="connsiteY2" fmla="*/ 5843045 h 6292303"/>
              <a:gd name="connsiteX3" fmla="*/ 351134 w 8015617"/>
              <a:gd name="connsiteY3" fmla="*/ 6292303 h 6292303"/>
              <a:gd name="connsiteX4" fmla="*/ 0 w 8015617"/>
              <a:gd name="connsiteY4" fmla="*/ 301845 h 629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5617" h="6292303">
                <a:moveTo>
                  <a:pt x="5149574" y="0"/>
                </a:moveTo>
                <a:lnTo>
                  <a:pt x="7673124" y="0"/>
                </a:lnTo>
                <a:lnTo>
                  <a:pt x="8015617" y="5843045"/>
                </a:lnTo>
                <a:lnTo>
                  <a:pt x="351134" y="6292303"/>
                </a:lnTo>
                <a:lnTo>
                  <a:pt x="0" y="301845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887703D-59A7-4805-B57F-99173594E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682" y="0"/>
            <a:ext cx="7721297" cy="6137534"/>
          </a:xfrm>
          <a:custGeom>
            <a:avLst/>
            <a:gdLst>
              <a:gd name="connsiteX0" fmla="*/ 6989390 w 7721297"/>
              <a:gd name="connsiteY0" fmla="*/ 0 h 6137534"/>
              <a:gd name="connsiteX1" fmla="*/ 7385409 w 7721297"/>
              <a:gd name="connsiteY1" fmla="*/ 0 h 6137534"/>
              <a:gd name="connsiteX2" fmla="*/ 7386140 w 7721297"/>
              <a:gd name="connsiteY2" fmla="*/ 922 h 6137534"/>
              <a:gd name="connsiteX3" fmla="*/ 7390528 w 7721297"/>
              <a:gd name="connsiteY3" fmla="*/ 20974 h 6137534"/>
              <a:gd name="connsiteX4" fmla="*/ 7721024 w 7721297"/>
              <a:gd name="connsiteY4" fmla="*/ 5658922 h 6137534"/>
              <a:gd name="connsiteX5" fmla="*/ 7721023 w 7721297"/>
              <a:gd name="connsiteY5" fmla="*/ 5658927 h 6137534"/>
              <a:gd name="connsiteX6" fmla="*/ 7721297 w 7721297"/>
              <a:gd name="connsiteY6" fmla="*/ 5663572 h 6137534"/>
              <a:gd name="connsiteX7" fmla="*/ 7716147 w 7721297"/>
              <a:gd name="connsiteY7" fmla="*/ 5676259 h 6137534"/>
              <a:gd name="connsiteX8" fmla="*/ 7712139 w 7721297"/>
              <a:gd name="connsiteY8" fmla="*/ 5690502 h 6137534"/>
              <a:gd name="connsiteX9" fmla="*/ 7708519 w 7721297"/>
              <a:gd name="connsiteY9" fmla="*/ 5695048 h 6137534"/>
              <a:gd name="connsiteX10" fmla="*/ 7704935 w 7721297"/>
              <a:gd name="connsiteY10" fmla="*/ 5703877 h 6137534"/>
              <a:gd name="connsiteX11" fmla="*/ 7699090 w 7721297"/>
              <a:gd name="connsiteY11" fmla="*/ 5704214 h 6137534"/>
              <a:gd name="connsiteX12" fmla="*/ 7692214 w 7721297"/>
              <a:gd name="connsiteY12" fmla="*/ 5707603 h 6137534"/>
              <a:gd name="connsiteX13" fmla="*/ 7674726 w 7721297"/>
              <a:gd name="connsiteY13" fmla="*/ 5708628 h 6137534"/>
              <a:gd name="connsiteX14" fmla="*/ 7674412 w 7721297"/>
              <a:gd name="connsiteY14" fmla="*/ 5709720 h 6137534"/>
              <a:gd name="connsiteX15" fmla="*/ 7647609 w 7721297"/>
              <a:gd name="connsiteY15" fmla="*/ 5735871 h 6137534"/>
              <a:gd name="connsiteX16" fmla="*/ 7592212 w 7721297"/>
              <a:gd name="connsiteY16" fmla="*/ 5713464 h 6137534"/>
              <a:gd name="connsiteX17" fmla="*/ 7059543 w 7721297"/>
              <a:gd name="connsiteY17" fmla="*/ 5744687 h 6137534"/>
              <a:gd name="connsiteX18" fmla="*/ 7050496 w 7721297"/>
              <a:gd name="connsiteY18" fmla="*/ 5749000 h 6137534"/>
              <a:gd name="connsiteX19" fmla="*/ 7028578 w 7721297"/>
              <a:gd name="connsiteY19" fmla="*/ 5754084 h 6137534"/>
              <a:gd name="connsiteX20" fmla="*/ 6937660 w 7721297"/>
              <a:gd name="connsiteY20" fmla="*/ 5760288 h 6137534"/>
              <a:gd name="connsiteX21" fmla="*/ 6884223 w 7721297"/>
              <a:gd name="connsiteY21" fmla="*/ 5767636 h 6137534"/>
              <a:gd name="connsiteX22" fmla="*/ 6865431 w 7721297"/>
              <a:gd name="connsiteY22" fmla="*/ 5776138 h 6137534"/>
              <a:gd name="connsiteX23" fmla="*/ 6838171 w 7721297"/>
              <a:gd name="connsiteY23" fmla="*/ 5784171 h 6137534"/>
              <a:gd name="connsiteX24" fmla="*/ 6791231 w 7721297"/>
              <a:gd name="connsiteY24" fmla="*/ 5802772 h 6137534"/>
              <a:gd name="connsiteX25" fmla="*/ 6745506 w 7721297"/>
              <a:gd name="connsiteY25" fmla="*/ 5812285 h 6137534"/>
              <a:gd name="connsiteX26" fmla="*/ 6714572 w 7721297"/>
              <a:gd name="connsiteY26" fmla="*/ 5815422 h 6137534"/>
              <a:gd name="connsiteX27" fmla="*/ 6710059 w 7721297"/>
              <a:gd name="connsiteY27" fmla="*/ 5815424 h 6137534"/>
              <a:gd name="connsiteX28" fmla="*/ 6672310 w 7721297"/>
              <a:gd name="connsiteY28" fmla="*/ 5808283 h 6137534"/>
              <a:gd name="connsiteX29" fmla="*/ 6669118 w 7721297"/>
              <a:gd name="connsiteY29" fmla="*/ 5813181 h 6137534"/>
              <a:gd name="connsiteX30" fmla="*/ 6657741 w 7721297"/>
              <a:gd name="connsiteY30" fmla="*/ 5818650 h 6137534"/>
              <a:gd name="connsiteX31" fmla="*/ 6647425 w 7721297"/>
              <a:gd name="connsiteY31" fmla="*/ 5813632 h 6137534"/>
              <a:gd name="connsiteX32" fmla="*/ 6600070 w 7721297"/>
              <a:gd name="connsiteY32" fmla="*/ 5806385 h 6137534"/>
              <a:gd name="connsiteX33" fmla="*/ 6531112 w 7721297"/>
              <a:gd name="connsiteY33" fmla="*/ 5801193 h 6137534"/>
              <a:gd name="connsiteX34" fmla="*/ 6520435 w 7721297"/>
              <a:gd name="connsiteY34" fmla="*/ 5796037 h 6137534"/>
              <a:gd name="connsiteX35" fmla="*/ 6452509 w 7721297"/>
              <a:gd name="connsiteY35" fmla="*/ 5785889 h 6137534"/>
              <a:gd name="connsiteX36" fmla="*/ 6417173 w 7721297"/>
              <a:gd name="connsiteY36" fmla="*/ 5785777 h 6137534"/>
              <a:gd name="connsiteX37" fmla="*/ 6413565 w 7721297"/>
              <a:gd name="connsiteY37" fmla="*/ 5791272 h 6137534"/>
              <a:gd name="connsiteX38" fmla="*/ 6403089 w 7721297"/>
              <a:gd name="connsiteY38" fmla="*/ 5790492 h 6137534"/>
              <a:gd name="connsiteX39" fmla="*/ 6400340 w 7721297"/>
              <a:gd name="connsiteY39" fmla="*/ 5791439 h 6137534"/>
              <a:gd name="connsiteX40" fmla="*/ 6384541 w 7721297"/>
              <a:gd name="connsiteY40" fmla="*/ 5795714 h 6137534"/>
              <a:gd name="connsiteX41" fmla="*/ 6380988 w 7721297"/>
              <a:gd name="connsiteY41" fmla="*/ 5785886 h 6137534"/>
              <a:gd name="connsiteX42" fmla="*/ 6376190 w 7721297"/>
              <a:gd name="connsiteY42" fmla="*/ 5784742 h 6137534"/>
              <a:gd name="connsiteX43" fmla="*/ 6203462 w 7721297"/>
              <a:gd name="connsiteY43" fmla="*/ 5794867 h 6137534"/>
              <a:gd name="connsiteX44" fmla="*/ 6189193 w 7721297"/>
              <a:gd name="connsiteY44" fmla="*/ 5804914 h 6137534"/>
              <a:gd name="connsiteX45" fmla="*/ 6143467 w 7721297"/>
              <a:gd name="connsiteY45" fmla="*/ 5814428 h 6137534"/>
              <a:gd name="connsiteX46" fmla="*/ 6112533 w 7721297"/>
              <a:gd name="connsiteY46" fmla="*/ 5817565 h 6137534"/>
              <a:gd name="connsiteX47" fmla="*/ 6108020 w 7721297"/>
              <a:gd name="connsiteY47" fmla="*/ 5817567 h 6137534"/>
              <a:gd name="connsiteX48" fmla="*/ 6070270 w 7721297"/>
              <a:gd name="connsiteY48" fmla="*/ 5810426 h 6137534"/>
              <a:gd name="connsiteX49" fmla="*/ 6067079 w 7721297"/>
              <a:gd name="connsiteY49" fmla="*/ 5815324 h 6137534"/>
              <a:gd name="connsiteX50" fmla="*/ 6055703 w 7721297"/>
              <a:gd name="connsiteY50" fmla="*/ 5820793 h 6137534"/>
              <a:gd name="connsiteX51" fmla="*/ 6045386 w 7721297"/>
              <a:gd name="connsiteY51" fmla="*/ 5815775 h 6137534"/>
              <a:gd name="connsiteX52" fmla="*/ 5998031 w 7721297"/>
              <a:gd name="connsiteY52" fmla="*/ 5808528 h 6137534"/>
              <a:gd name="connsiteX53" fmla="*/ 5985928 w 7721297"/>
              <a:gd name="connsiteY53" fmla="*/ 5807617 h 6137534"/>
              <a:gd name="connsiteX54" fmla="*/ 5484277 w 7721297"/>
              <a:gd name="connsiteY54" fmla="*/ 5837022 h 6137534"/>
              <a:gd name="connsiteX55" fmla="*/ 5050621 w 7721297"/>
              <a:gd name="connsiteY55" fmla="*/ 5862441 h 6137534"/>
              <a:gd name="connsiteX56" fmla="*/ 4764988 w 7721297"/>
              <a:gd name="connsiteY56" fmla="*/ 5879183 h 6137534"/>
              <a:gd name="connsiteX57" fmla="*/ 4742173 w 7721297"/>
              <a:gd name="connsiteY57" fmla="*/ 5880683 h 6137534"/>
              <a:gd name="connsiteX58" fmla="*/ 4603476 w 7721297"/>
              <a:gd name="connsiteY58" fmla="*/ 5888890 h 6137534"/>
              <a:gd name="connsiteX59" fmla="*/ 4602500 w 7721297"/>
              <a:gd name="connsiteY59" fmla="*/ 5888708 h 6137534"/>
              <a:gd name="connsiteX60" fmla="*/ 357873 w 7721297"/>
              <a:gd name="connsiteY60" fmla="*/ 6137509 h 6137534"/>
              <a:gd name="connsiteX61" fmla="*/ 331163 w 7721297"/>
              <a:gd name="connsiteY61" fmla="*/ 6102479 h 6137534"/>
              <a:gd name="connsiteX62" fmla="*/ 83 w 7721297"/>
              <a:gd name="connsiteY62" fmla="*/ 454154 h 6137534"/>
              <a:gd name="connsiteX63" fmla="*/ 22525 w 7721297"/>
              <a:gd name="connsiteY63" fmla="*/ 416348 h 6137534"/>
              <a:gd name="connsiteX64" fmla="*/ 1139279 w 7721297"/>
              <a:gd name="connsiteY64" fmla="*/ 350888 h 6137534"/>
              <a:gd name="connsiteX65" fmla="*/ 1175131 w 7721297"/>
              <a:gd name="connsiteY65" fmla="*/ 338519 h 6137534"/>
              <a:gd name="connsiteX66" fmla="*/ 1213225 w 7721297"/>
              <a:gd name="connsiteY66" fmla="*/ 346554 h 6137534"/>
              <a:gd name="connsiteX67" fmla="*/ 1712871 w 7721297"/>
              <a:gd name="connsiteY67" fmla="*/ 317267 h 6137534"/>
              <a:gd name="connsiteX68" fmla="*/ 1779193 w 7721297"/>
              <a:gd name="connsiteY68" fmla="*/ 313380 h 6137534"/>
              <a:gd name="connsiteX69" fmla="*/ 1815597 w 7721297"/>
              <a:gd name="connsiteY69" fmla="*/ 300302 h 6137534"/>
              <a:gd name="connsiteX70" fmla="*/ 1852738 w 7721297"/>
              <a:gd name="connsiteY70" fmla="*/ 285584 h 6137534"/>
              <a:gd name="connsiteX71" fmla="*/ 1888919 w 7721297"/>
              <a:gd name="connsiteY71" fmla="*/ 278056 h 6137534"/>
              <a:gd name="connsiteX72" fmla="*/ 1916966 w 7721297"/>
              <a:gd name="connsiteY72" fmla="*/ 275572 h 6137534"/>
              <a:gd name="connsiteX73" fmla="*/ 1946834 w 7721297"/>
              <a:gd name="connsiteY73" fmla="*/ 281223 h 6137534"/>
              <a:gd name="connsiteX74" fmla="*/ 1966525 w 7721297"/>
              <a:gd name="connsiteY74" fmla="*/ 276990 h 6137534"/>
              <a:gd name="connsiteX75" fmla="*/ 2003994 w 7721297"/>
              <a:gd name="connsiteY75" fmla="*/ 282725 h 6137534"/>
              <a:gd name="connsiteX76" fmla="*/ 2058557 w 7721297"/>
              <a:gd name="connsiteY76" fmla="*/ 286832 h 6137534"/>
              <a:gd name="connsiteX77" fmla="*/ 2096277 w 7721297"/>
              <a:gd name="connsiteY77" fmla="*/ 292409 h 6137534"/>
              <a:gd name="connsiteX78" fmla="*/ 2103602 w 7721297"/>
              <a:gd name="connsiteY78" fmla="*/ 294364 h 6137534"/>
              <a:gd name="connsiteX79" fmla="*/ 2347448 w 7721297"/>
              <a:gd name="connsiteY79" fmla="*/ 280071 h 6137534"/>
              <a:gd name="connsiteX80" fmla="*/ 2365280 w 7721297"/>
              <a:gd name="connsiteY80" fmla="*/ 276360 h 6137534"/>
              <a:gd name="connsiteX81" fmla="*/ 2426123 w 7721297"/>
              <a:gd name="connsiteY81" fmla="*/ 275459 h 6137534"/>
              <a:gd name="connsiteX82" fmla="*/ 2434723 w 7721297"/>
              <a:gd name="connsiteY82" fmla="*/ 271325 h 6137534"/>
              <a:gd name="connsiteX83" fmla="*/ 2494266 w 7721297"/>
              <a:gd name="connsiteY83" fmla="*/ 271465 h 6137534"/>
              <a:gd name="connsiteX84" fmla="*/ 2559092 w 7721297"/>
              <a:gd name="connsiteY84" fmla="*/ 264581 h 6137534"/>
              <a:gd name="connsiteX85" fmla="*/ 2563462 w 7721297"/>
              <a:gd name="connsiteY85" fmla="*/ 256037 h 6137534"/>
              <a:gd name="connsiteX86" fmla="*/ 2577676 w 7721297"/>
              <a:gd name="connsiteY86" fmla="*/ 254477 h 6137534"/>
              <a:gd name="connsiteX87" fmla="*/ 2600129 w 7721297"/>
              <a:gd name="connsiteY87" fmla="*/ 253320 h 6137534"/>
              <a:gd name="connsiteX88" fmla="*/ 2650911 w 7721297"/>
              <a:gd name="connsiteY88" fmla="*/ 259040 h 613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7A8C6F9B-7F00-C7A3-D833-A184C4BD9A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4000"/>
          </a:blip>
          <a:srcRect l="11388" r="4637"/>
          <a:stretch>
            <a:fillRect/>
          </a:stretch>
        </p:blipFill>
        <p:spPr>
          <a:xfrm>
            <a:off x="553208" y="10"/>
            <a:ext cx="7721297" cy="6137524"/>
          </a:xfrm>
          <a:custGeom>
            <a:avLst/>
            <a:gdLst/>
            <a:ahLst/>
            <a:cxnLst/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2DA5F8-1619-65C5-4089-A769DFBCB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692" y="1122362"/>
            <a:ext cx="3995508" cy="3451215"/>
          </a:xfrm>
        </p:spPr>
        <p:txBody>
          <a:bodyPr>
            <a:normAutofit/>
          </a:bodyPr>
          <a:lstStyle/>
          <a:p>
            <a:r>
              <a:rPr lang="en-US"/>
              <a:t>What 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56AC3-37DC-D6C1-1254-14B0A60E3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8826" y="5259377"/>
            <a:ext cx="3350458" cy="1096628"/>
          </a:xfrm>
        </p:spPr>
        <p:txBody>
          <a:bodyPr>
            <a:normAutofit lnSpcReduction="10000"/>
          </a:bodyPr>
          <a:lstStyle/>
          <a:p>
            <a:r>
              <a:rPr lang="en-US" sz="2000"/>
              <a:t>Week 1 Report</a:t>
            </a:r>
          </a:p>
          <a:p>
            <a:r>
              <a:rPr lang="en-US" sz="1500"/>
              <a:t>Ethan Janovich, Sam Persinger, Lavender Wilson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857A3BA-A9AD-43E0-A911-3E9658723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22665">
            <a:off x="664635" y="-248395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B0DEDD-DA5F-418A-B256-C1F53D913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9D8498-7B91-40F3-A731-2B4443F6B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C14BFE5-C2A1-474A-AC02-DCD8519CAF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2CF4ECB-6EDD-4A8E-A497-54D2957D6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3E26055-BF58-4169-90CE-4F652B427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566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ABDE3-E20A-6B91-AA4F-638509DA5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7C27F-2E39-B7DD-60AD-045BFA761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The “What Now?” Project is a scheduling tool, mainly aimed toward college students. The program will allow users to scan syllabi, use voice input, or manually enter event details to create and modify their schedule. Once a schedule is created, it can be viewed by the day, week, or month.</a:t>
            </a:r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Graphic 17" descr="Check List">
            <a:extLst>
              <a:ext uri="{FF2B5EF4-FFF2-40B4-BE49-F238E27FC236}">
                <a16:creationId xmlns:a16="http://schemas.microsoft.com/office/drawing/2014/main" id="{F7F1A601-2BC5-EF67-9E67-EBC8651DE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72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CB86E21-E2BD-408E-8E61-D30AB8715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5D9F1-7D23-1006-5B2A-7CD72FE8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730598"/>
            <a:ext cx="10286999" cy="11242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Week 1 Progress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7F9DA9-5521-4A58-9B23-C108A3A2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5922">
            <a:off x="6072978" y="1008483"/>
            <a:ext cx="5269757" cy="358517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F2B5AB8-A75C-49F7-8DF4-3342BF3C8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365922" flipV="1">
            <a:off x="7019473" y="280459"/>
            <a:ext cx="3380924" cy="5046285"/>
          </a:xfrm>
          <a:custGeom>
            <a:avLst/>
            <a:gdLst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832122 w 5228120"/>
              <a:gd name="connsiteY22" fmla="*/ 0 h 4957903"/>
              <a:gd name="connsiteX23" fmla="*/ 3871237 w 5228120"/>
              <a:gd name="connsiteY23" fmla="*/ 0 h 4957903"/>
              <a:gd name="connsiteX24" fmla="*/ 3872793 w 5228120"/>
              <a:gd name="connsiteY24" fmla="*/ 647 h 4957903"/>
              <a:gd name="connsiteX25" fmla="*/ 5196316 w 5228120"/>
              <a:gd name="connsiteY25" fmla="*/ 647 h 4957903"/>
              <a:gd name="connsiteX26" fmla="*/ 5224586 w 5228120"/>
              <a:gd name="connsiteY26" fmla="*/ 28919 h 4957903"/>
              <a:gd name="connsiteX27" fmla="*/ 5224586 w 5228120"/>
              <a:gd name="connsiteY27" fmla="*/ 4929710 h 4957903"/>
              <a:gd name="connsiteX28" fmla="*/ 5196315 w 5228120"/>
              <a:gd name="connsiteY28" fmla="*/ 4957902 h 4957903"/>
              <a:gd name="connsiteX29" fmla="*/ 5157924 w 5228120"/>
              <a:gd name="connsiteY29" fmla="*/ 4957902 h 4957903"/>
              <a:gd name="connsiteX30" fmla="*/ 5157922 w 5228120"/>
              <a:gd name="connsiteY30" fmla="*/ 4957903 h 4957903"/>
              <a:gd name="connsiteX31" fmla="*/ 1369345 w 5228120"/>
              <a:gd name="connsiteY31" fmla="*/ 4957903 h 4957903"/>
              <a:gd name="connsiteX32" fmla="*/ 1367050 w 5228120"/>
              <a:gd name="connsiteY32" fmla="*/ 4957256 h 4957903"/>
              <a:gd name="connsiteX33" fmla="*/ 44266 w 5228120"/>
              <a:gd name="connsiteY33" fmla="*/ 4957256 h 4957903"/>
              <a:gd name="connsiteX34" fmla="*/ 19873 w 5228120"/>
              <a:gd name="connsiteY34" fmla="*/ 4940773 h 4957903"/>
              <a:gd name="connsiteX35" fmla="*/ 19873 w 5228120"/>
              <a:gd name="connsiteY35" fmla="*/ 4191718 h 4957903"/>
              <a:gd name="connsiteX36" fmla="*/ 13009 w 5228120"/>
              <a:gd name="connsiteY36" fmla="*/ 4167267 h 4957903"/>
              <a:gd name="connsiteX37" fmla="*/ 19873 w 5228120"/>
              <a:gd name="connsiteY37" fmla="*/ 4142119 h 4957903"/>
              <a:gd name="connsiteX38" fmla="*/ 19873 w 5228120"/>
              <a:gd name="connsiteY38" fmla="*/ 3806985 h 4957903"/>
              <a:gd name="connsiteX39" fmla="*/ 19873 w 5228120"/>
              <a:gd name="connsiteY39" fmla="*/ 3762500 h 4957903"/>
              <a:gd name="connsiteX40" fmla="*/ 12558 w 5228120"/>
              <a:gd name="connsiteY40" fmla="*/ 3737654 h 4957903"/>
              <a:gd name="connsiteX41" fmla="*/ 4175 w 5228120"/>
              <a:gd name="connsiteY41" fmla="*/ 3712250 h 4957903"/>
              <a:gd name="connsiteX42" fmla="*/ 560 w 5228120"/>
              <a:gd name="connsiteY42" fmla="*/ 3687770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832122 w 5228120"/>
              <a:gd name="connsiteY22" fmla="*/ 0 h 4957903"/>
              <a:gd name="connsiteX23" fmla="*/ 3871237 w 5228120"/>
              <a:gd name="connsiteY23" fmla="*/ 0 h 4957903"/>
              <a:gd name="connsiteX24" fmla="*/ 3872793 w 5228120"/>
              <a:gd name="connsiteY24" fmla="*/ 647 h 4957903"/>
              <a:gd name="connsiteX25" fmla="*/ 5196316 w 5228120"/>
              <a:gd name="connsiteY25" fmla="*/ 647 h 4957903"/>
              <a:gd name="connsiteX26" fmla="*/ 5224586 w 5228120"/>
              <a:gd name="connsiteY26" fmla="*/ 28919 h 4957903"/>
              <a:gd name="connsiteX27" fmla="*/ 5224586 w 5228120"/>
              <a:gd name="connsiteY27" fmla="*/ 4929710 h 4957903"/>
              <a:gd name="connsiteX28" fmla="*/ 5196315 w 5228120"/>
              <a:gd name="connsiteY28" fmla="*/ 4957902 h 4957903"/>
              <a:gd name="connsiteX29" fmla="*/ 5157924 w 5228120"/>
              <a:gd name="connsiteY29" fmla="*/ 4957902 h 4957903"/>
              <a:gd name="connsiteX30" fmla="*/ 5157922 w 5228120"/>
              <a:gd name="connsiteY30" fmla="*/ 4957903 h 4957903"/>
              <a:gd name="connsiteX31" fmla="*/ 1369345 w 5228120"/>
              <a:gd name="connsiteY31" fmla="*/ 4957903 h 4957903"/>
              <a:gd name="connsiteX32" fmla="*/ 44266 w 5228120"/>
              <a:gd name="connsiteY32" fmla="*/ 4957256 h 4957903"/>
              <a:gd name="connsiteX33" fmla="*/ 19873 w 5228120"/>
              <a:gd name="connsiteY33" fmla="*/ 4940773 h 4957903"/>
              <a:gd name="connsiteX34" fmla="*/ 19873 w 5228120"/>
              <a:gd name="connsiteY34" fmla="*/ 4191718 h 4957903"/>
              <a:gd name="connsiteX35" fmla="*/ 13009 w 5228120"/>
              <a:gd name="connsiteY35" fmla="*/ 4167267 h 4957903"/>
              <a:gd name="connsiteX36" fmla="*/ 19873 w 5228120"/>
              <a:gd name="connsiteY36" fmla="*/ 4142119 h 4957903"/>
              <a:gd name="connsiteX37" fmla="*/ 19873 w 5228120"/>
              <a:gd name="connsiteY37" fmla="*/ 3806985 h 4957903"/>
              <a:gd name="connsiteX38" fmla="*/ 19873 w 5228120"/>
              <a:gd name="connsiteY38" fmla="*/ 3762500 h 4957903"/>
              <a:gd name="connsiteX39" fmla="*/ 12558 w 5228120"/>
              <a:gd name="connsiteY39" fmla="*/ 3737654 h 4957903"/>
              <a:gd name="connsiteX40" fmla="*/ 4175 w 5228120"/>
              <a:gd name="connsiteY40" fmla="*/ 3712250 h 4957903"/>
              <a:gd name="connsiteX41" fmla="*/ 560 w 5228120"/>
              <a:gd name="connsiteY41" fmla="*/ 3687770 h 4957903"/>
              <a:gd name="connsiteX42" fmla="*/ 0 w 5228120"/>
              <a:gd name="connsiteY42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3871237 w 5228120"/>
              <a:gd name="connsiteY22" fmla="*/ 0 h 4957903"/>
              <a:gd name="connsiteX23" fmla="*/ 3872793 w 5228120"/>
              <a:gd name="connsiteY23" fmla="*/ 647 h 4957903"/>
              <a:gd name="connsiteX24" fmla="*/ 5196316 w 5228120"/>
              <a:gd name="connsiteY24" fmla="*/ 647 h 4957903"/>
              <a:gd name="connsiteX25" fmla="*/ 5224586 w 5228120"/>
              <a:gd name="connsiteY25" fmla="*/ 28919 h 4957903"/>
              <a:gd name="connsiteX26" fmla="*/ 5224586 w 5228120"/>
              <a:gd name="connsiteY26" fmla="*/ 4929710 h 4957903"/>
              <a:gd name="connsiteX27" fmla="*/ 5196315 w 5228120"/>
              <a:gd name="connsiteY27" fmla="*/ 4957902 h 4957903"/>
              <a:gd name="connsiteX28" fmla="*/ 5157924 w 5228120"/>
              <a:gd name="connsiteY28" fmla="*/ 4957902 h 4957903"/>
              <a:gd name="connsiteX29" fmla="*/ 5157922 w 5228120"/>
              <a:gd name="connsiteY29" fmla="*/ 4957903 h 4957903"/>
              <a:gd name="connsiteX30" fmla="*/ 1369345 w 5228120"/>
              <a:gd name="connsiteY30" fmla="*/ 4957903 h 4957903"/>
              <a:gd name="connsiteX31" fmla="*/ 44266 w 5228120"/>
              <a:gd name="connsiteY31" fmla="*/ 4957256 h 4957903"/>
              <a:gd name="connsiteX32" fmla="*/ 19873 w 5228120"/>
              <a:gd name="connsiteY32" fmla="*/ 4940773 h 4957903"/>
              <a:gd name="connsiteX33" fmla="*/ 19873 w 5228120"/>
              <a:gd name="connsiteY33" fmla="*/ 4191718 h 4957903"/>
              <a:gd name="connsiteX34" fmla="*/ 13009 w 5228120"/>
              <a:gd name="connsiteY34" fmla="*/ 4167267 h 4957903"/>
              <a:gd name="connsiteX35" fmla="*/ 19873 w 5228120"/>
              <a:gd name="connsiteY35" fmla="*/ 4142119 h 4957903"/>
              <a:gd name="connsiteX36" fmla="*/ 19873 w 5228120"/>
              <a:gd name="connsiteY36" fmla="*/ 3806985 h 4957903"/>
              <a:gd name="connsiteX37" fmla="*/ 19873 w 5228120"/>
              <a:gd name="connsiteY37" fmla="*/ 3762500 h 4957903"/>
              <a:gd name="connsiteX38" fmla="*/ 12558 w 5228120"/>
              <a:gd name="connsiteY38" fmla="*/ 3737654 h 4957903"/>
              <a:gd name="connsiteX39" fmla="*/ 4175 w 5228120"/>
              <a:gd name="connsiteY39" fmla="*/ 3712250 h 4957903"/>
              <a:gd name="connsiteX40" fmla="*/ 560 w 5228120"/>
              <a:gd name="connsiteY40" fmla="*/ 3687770 h 4957903"/>
              <a:gd name="connsiteX41" fmla="*/ 0 w 5228120"/>
              <a:gd name="connsiteY41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3871237 w 5228120"/>
              <a:gd name="connsiteY21" fmla="*/ 0 h 4957903"/>
              <a:gd name="connsiteX22" fmla="*/ 3872793 w 5228120"/>
              <a:gd name="connsiteY22" fmla="*/ 647 h 4957903"/>
              <a:gd name="connsiteX23" fmla="*/ 5196316 w 5228120"/>
              <a:gd name="connsiteY23" fmla="*/ 647 h 4957903"/>
              <a:gd name="connsiteX24" fmla="*/ 5224586 w 5228120"/>
              <a:gd name="connsiteY24" fmla="*/ 28919 h 4957903"/>
              <a:gd name="connsiteX25" fmla="*/ 5224586 w 5228120"/>
              <a:gd name="connsiteY25" fmla="*/ 4929710 h 4957903"/>
              <a:gd name="connsiteX26" fmla="*/ 5196315 w 5228120"/>
              <a:gd name="connsiteY26" fmla="*/ 4957902 h 4957903"/>
              <a:gd name="connsiteX27" fmla="*/ 5157924 w 5228120"/>
              <a:gd name="connsiteY27" fmla="*/ 4957902 h 4957903"/>
              <a:gd name="connsiteX28" fmla="*/ 5157922 w 5228120"/>
              <a:gd name="connsiteY28" fmla="*/ 4957903 h 4957903"/>
              <a:gd name="connsiteX29" fmla="*/ 1369345 w 5228120"/>
              <a:gd name="connsiteY29" fmla="*/ 4957903 h 4957903"/>
              <a:gd name="connsiteX30" fmla="*/ 44266 w 5228120"/>
              <a:gd name="connsiteY30" fmla="*/ 4957256 h 4957903"/>
              <a:gd name="connsiteX31" fmla="*/ 19873 w 5228120"/>
              <a:gd name="connsiteY31" fmla="*/ 4940773 h 4957903"/>
              <a:gd name="connsiteX32" fmla="*/ 19873 w 5228120"/>
              <a:gd name="connsiteY32" fmla="*/ 4191718 h 4957903"/>
              <a:gd name="connsiteX33" fmla="*/ 13009 w 5228120"/>
              <a:gd name="connsiteY33" fmla="*/ 4167267 h 4957903"/>
              <a:gd name="connsiteX34" fmla="*/ 19873 w 5228120"/>
              <a:gd name="connsiteY34" fmla="*/ 4142119 h 4957903"/>
              <a:gd name="connsiteX35" fmla="*/ 19873 w 5228120"/>
              <a:gd name="connsiteY35" fmla="*/ 3806985 h 4957903"/>
              <a:gd name="connsiteX36" fmla="*/ 19873 w 5228120"/>
              <a:gd name="connsiteY36" fmla="*/ 3762500 h 4957903"/>
              <a:gd name="connsiteX37" fmla="*/ 12558 w 5228120"/>
              <a:gd name="connsiteY37" fmla="*/ 3737654 h 4957903"/>
              <a:gd name="connsiteX38" fmla="*/ 4175 w 5228120"/>
              <a:gd name="connsiteY38" fmla="*/ 3712250 h 4957903"/>
              <a:gd name="connsiteX39" fmla="*/ 560 w 5228120"/>
              <a:gd name="connsiteY39" fmla="*/ 3687770 h 4957903"/>
              <a:gd name="connsiteX40" fmla="*/ 0 w 5228120"/>
              <a:gd name="connsiteY40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3871237 w 5228120"/>
              <a:gd name="connsiteY20" fmla="*/ 0 h 4957903"/>
              <a:gd name="connsiteX21" fmla="*/ 3872793 w 5228120"/>
              <a:gd name="connsiteY21" fmla="*/ 647 h 4957903"/>
              <a:gd name="connsiteX22" fmla="*/ 5196316 w 5228120"/>
              <a:gd name="connsiteY22" fmla="*/ 647 h 4957903"/>
              <a:gd name="connsiteX23" fmla="*/ 5224586 w 5228120"/>
              <a:gd name="connsiteY23" fmla="*/ 28919 h 4957903"/>
              <a:gd name="connsiteX24" fmla="*/ 5224586 w 5228120"/>
              <a:gd name="connsiteY24" fmla="*/ 4929710 h 4957903"/>
              <a:gd name="connsiteX25" fmla="*/ 5196315 w 5228120"/>
              <a:gd name="connsiteY25" fmla="*/ 4957902 h 4957903"/>
              <a:gd name="connsiteX26" fmla="*/ 5157924 w 5228120"/>
              <a:gd name="connsiteY26" fmla="*/ 4957902 h 4957903"/>
              <a:gd name="connsiteX27" fmla="*/ 5157922 w 5228120"/>
              <a:gd name="connsiteY27" fmla="*/ 4957903 h 4957903"/>
              <a:gd name="connsiteX28" fmla="*/ 1369345 w 5228120"/>
              <a:gd name="connsiteY28" fmla="*/ 4957903 h 4957903"/>
              <a:gd name="connsiteX29" fmla="*/ 44266 w 5228120"/>
              <a:gd name="connsiteY29" fmla="*/ 4957256 h 4957903"/>
              <a:gd name="connsiteX30" fmla="*/ 19873 w 5228120"/>
              <a:gd name="connsiteY30" fmla="*/ 4940773 h 4957903"/>
              <a:gd name="connsiteX31" fmla="*/ 19873 w 5228120"/>
              <a:gd name="connsiteY31" fmla="*/ 4191718 h 4957903"/>
              <a:gd name="connsiteX32" fmla="*/ 13009 w 5228120"/>
              <a:gd name="connsiteY32" fmla="*/ 4167267 h 4957903"/>
              <a:gd name="connsiteX33" fmla="*/ 19873 w 5228120"/>
              <a:gd name="connsiteY33" fmla="*/ 4142119 h 4957903"/>
              <a:gd name="connsiteX34" fmla="*/ 19873 w 5228120"/>
              <a:gd name="connsiteY34" fmla="*/ 3806985 h 4957903"/>
              <a:gd name="connsiteX35" fmla="*/ 19873 w 5228120"/>
              <a:gd name="connsiteY35" fmla="*/ 3762500 h 4957903"/>
              <a:gd name="connsiteX36" fmla="*/ 12558 w 5228120"/>
              <a:gd name="connsiteY36" fmla="*/ 3737654 h 4957903"/>
              <a:gd name="connsiteX37" fmla="*/ 4175 w 5228120"/>
              <a:gd name="connsiteY37" fmla="*/ 3712250 h 4957903"/>
              <a:gd name="connsiteX38" fmla="*/ 560 w 5228120"/>
              <a:gd name="connsiteY38" fmla="*/ 3687770 h 4957903"/>
              <a:gd name="connsiteX39" fmla="*/ 0 w 5228120"/>
              <a:gd name="connsiteY39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3871237 w 5228120"/>
              <a:gd name="connsiteY20" fmla="*/ 0 h 4957903"/>
              <a:gd name="connsiteX21" fmla="*/ 5196316 w 5228120"/>
              <a:gd name="connsiteY21" fmla="*/ 647 h 4957903"/>
              <a:gd name="connsiteX22" fmla="*/ 5224586 w 5228120"/>
              <a:gd name="connsiteY22" fmla="*/ 28919 h 4957903"/>
              <a:gd name="connsiteX23" fmla="*/ 5224586 w 5228120"/>
              <a:gd name="connsiteY23" fmla="*/ 4929710 h 4957903"/>
              <a:gd name="connsiteX24" fmla="*/ 5196315 w 5228120"/>
              <a:gd name="connsiteY24" fmla="*/ 4957902 h 4957903"/>
              <a:gd name="connsiteX25" fmla="*/ 5157924 w 5228120"/>
              <a:gd name="connsiteY25" fmla="*/ 4957902 h 4957903"/>
              <a:gd name="connsiteX26" fmla="*/ 5157922 w 5228120"/>
              <a:gd name="connsiteY26" fmla="*/ 4957903 h 4957903"/>
              <a:gd name="connsiteX27" fmla="*/ 1369345 w 5228120"/>
              <a:gd name="connsiteY27" fmla="*/ 4957903 h 4957903"/>
              <a:gd name="connsiteX28" fmla="*/ 44266 w 5228120"/>
              <a:gd name="connsiteY28" fmla="*/ 4957256 h 4957903"/>
              <a:gd name="connsiteX29" fmla="*/ 19873 w 5228120"/>
              <a:gd name="connsiteY29" fmla="*/ 4940773 h 4957903"/>
              <a:gd name="connsiteX30" fmla="*/ 19873 w 5228120"/>
              <a:gd name="connsiteY30" fmla="*/ 4191718 h 4957903"/>
              <a:gd name="connsiteX31" fmla="*/ 13009 w 5228120"/>
              <a:gd name="connsiteY31" fmla="*/ 4167267 h 4957903"/>
              <a:gd name="connsiteX32" fmla="*/ 19873 w 5228120"/>
              <a:gd name="connsiteY32" fmla="*/ 4142119 h 4957903"/>
              <a:gd name="connsiteX33" fmla="*/ 19873 w 5228120"/>
              <a:gd name="connsiteY33" fmla="*/ 3806985 h 4957903"/>
              <a:gd name="connsiteX34" fmla="*/ 19873 w 5228120"/>
              <a:gd name="connsiteY34" fmla="*/ 3762500 h 4957903"/>
              <a:gd name="connsiteX35" fmla="*/ 12558 w 5228120"/>
              <a:gd name="connsiteY35" fmla="*/ 3737654 h 4957903"/>
              <a:gd name="connsiteX36" fmla="*/ 4175 w 5228120"/>
              <a:gd name="connsiteY36" fmla="*/ 3712250 h 4957903"/>
              <a:gd name="connsiteX37" fmla="*/ 560 w 5228120"/>
              <a:gd name="connsiteY37" fmla="*/ 3687770 h 4957903"/>
              <a:gd name="connsiteX38" fmla="*/ 0 w 5228120"/>
              <a:gd name="connsiteY38" fmla="*/ 3668924 h 4957903"/>
              <a:gd name="connsiteX0" fmla="*/ 0 w 5228120"/>
              <a:gd name="connsiteY0" fmla="*/ 3668760 h 4957739"/>
              <a:gd name="connsiteX1" fmla="*/ 4948 w 5228120"/>
              <a:gd name="connsiteY1" fmla="*/ 3649017 h 4957739"/>
              <a:gd name="connsiteX2" fmla="*/ 2889 w 5228120"/>
              <a:gd name="connsiteY2" fmla="*/ 3635689 h 4957739"/>
              <a:gd name="connsiteX3" fmla="*/ 8191 w 5228120"/>
              <a:gd name="connsiteY3" fmla="*/ 3610867 h 4957739"/>
              <a:gd name="connsiteX4" fmla="*/ 13074 w 5228120"/>
              <a:gd name="connsiteY4" fmla="*/ 3574556 h 4957739"/>
              <a:gd name="connsiteX5" fmla="*/ 18280 w 5228120"/>
              <a:gd name="connsiteY5" fmla="*/ 3549561 h 4957739"/>
              <a:gd name="connsiteX6" fmla="*/ 19873 w 5228120"/>
              <a:gd name="connsiteY6" fmla="*/ 3544741 h 4957739"/>
              <a:gd name="connsiteX7" fmla="*/ 19873 w 5228120"/>
              <a:gd name="connsiteY7" fmla="*/ 3381182 h 4957739"/>
              <a:gd name="connsiteX8" fmla="*/ 18092 w 5228120"/>
              <a:gd name="connsiteY8" fmla="*/ 3369117 h 4957739"/>
              <a:gd name="connsiteX9" fmla="*/ 19873 w 5228120"/>
              <a:gd name="connsiteY9" fmla="*/ 3328412 h 4957739"/>
              <a:gd name="connsiteX10" fmla="*/ 17446 w 5228120"/>
              <a:gd name="connsiteY10" fmla="*/ 3322501 h 4957739"/>
              <a:gd name="connsiteX11" fmla="*/ 19873 w 5228120"/>
              <a:gd name="connsiteY11" fmla="*/ 3282705 h 4957739"/>
              <a:gd name="connsiteX12" fmla="*/ 17812 w 5228120"/>
              <a:gd name="connsiteY12" fmla="*/ 3239103 h 4957739"/>
              <a:gd name="connsiteX13" fmla="*/ 12273 w 5228120"/>
              <a:gd name="connsiteY13" fmla="*/ 3235847 h 4957739"/>
              <a:gd name="connsiteX14" fmla="*/ 11786 w 5228120"/>
              <a:gd name="connsiteY14" fmla="*/ 3226285 h 4957739"/>
              <a:gd name="connsiteX15" fmla="*/ 11892 w 5228120"/>
              <a:gd name="connsiteY15" fmla="*/ 3211231 h 4957739"/>
              <a:gd name="connsiteX16" fmla="*/ 17706 w 5228120"/>
              <a:gd name="connsiteY16" fmla="*/ 3177510 h 4957739"/>
              <a:gd name="connsiteX17" fmla="*/ 14268 w 5228120"/>
              <a:gd name="connsiteY17" fmla="*/ 18774 h 4957739"/>
              <a:gd name="connsiteX18" fmla="*/ 30700 w 5228120"/>
              <a:gd name="connsiteY18" fmla="*/ 2147 h 4957739"/>
              <a:gd name="connsiteX19" fmla="*/ 44276 w 5228120"/>
              <a:gd name="connsiteY19" fmla="*/ 0 h 4957739"/>
              <a:gd name="connsiteX20" fmla="*/ 5196316 w 5228120"/>
              <a:gd name="connsiteY20" fmla="*/ 483 h 4957739"/>
              <a:gd name="connsiteX21" fmla="*/ 5224586 w 5228120"/>
              <a:gd name="connsiteY21" fmla="*/ 28755 h 4957739"/>
              <a:gd name="connsiteX22" fmla="*/ 5224586 w 5228120"/>
              <a:gd name="connsiteY22" fmla="*/ 4929546 h 4957739"/>
              <a:gd name="connsiteX23" fmla="*/ 5196315 w 5228120"/>
              <a:gd name="connsiteY23" fmla="*/ 4957738 h 4957739"/>
              <a:gd name="connsiteX24" fmla="*/ 5157924 w 5228120"/>
              <a:gd name="connsiteY24" fmla="*/ 4957738 h 4957739"/>
              <a:gd name="connsiteX25" fmla="*/ 5157922 w 5228120"/>
              <a:gd name="connsiteY25" fmla="*/ 4957739 h 4957739"/>
              <a:gd name="connsiteX26" fmla="*/ 1369345 w 5228120"/>
              <a:gd name="connsiteY26" fmla="*/ 4957739 h 4957739"/>
              <a:gd name="connsiteX27" fmla="*/ 44266 w 5228120"/>
              <a:gd name="connsiteY27" fmla="*/ 4957092 h 4957739"/>
              <a:gd name="connsiteX28" fmla="*/ 19873 w 5228120"/>
              <a:gd name="connsiteY28" fmla="*/ 4940609 h 4957739"/>
              <a:gd name="connsiteX29" fmla="*/ 19873 w 5228120"/>
              <a:gd name="connsiteY29" fmla="*/ 4191554 h 4957739"/>
              <a:gd name="connsiteX30" fmla="*/ 13009 w 5228120"/>
              <a:gd name="connsiteY30" fmla="*/ 4167103 h 4957739"/>
              <a:gd name="connsiteX31" fmla="*/ 19873 w 5228120"/>
              <a:gd name="connsiteY31" fmla="*/ 4141955 h 4957739"/>
              <a:gd name="connsiteX32" fmla="*/ 19873 w 5228120"/>
              <a:gd name="connsiteY32" fmla="*/ 3806821 h 4957739"/>
              <a:gd name="connsiteX33" fmla="*/ 19873 w 5228120"/>
              <a:gd name="connsiteY33" fmla="*/ 3762336 h 4957739"/>
              <a:gd name="connsiteX34" fmla="*/ 12558 w 5228120"/>
              <a:gd name="connsiteY34" fmla="*/ 3737490 h 4957739"/>
              <a:gd name="connsiteX35" fmla="*/ 4175 w 5228120"/>
              <a:gd name="connsiteY35" fmla="*/ 3712086 h 4957739"/>
              <a:gd name="connsiteX36" fmla="*/ 560 w 5228120"/>
              <a:gd name="connsiteY36" fmla="*/ 3687606 h 4957739"/>
              <a:gd name="connsiteX37" fmla="*/ 0 w 5228120"/>
              <a:gd name="connsiteY37" fmla="*/ 3668760 h 4957739"/>
              <a:gd name="connsiteX0" fmla="*/ 0 w 5228120"/>
              <a:gd name="connsiteY0" fmla="*/ 3668760 h 4957739"/>
              <a:gd name="connsiteX1" fmla="*/ 4948 w 5228120"/>
              <a:gd name="connsiteY1" fmla="*/ 3649017 h 4957739"/>
              <a:gd name="connsiteX2" fmla="*/ 2889 w 5228120"/>
              <a:gd name="connsiteY2" fmla="*/ 3635689 h 4957739"/>
              <a:gd name="connsiteX3" fmla="*/ 8191 w 5228120"/>
              <a:gd name="connsiteY3" fmla="*/ 3610867 h 4957739"/>
              <a:gd name="connsiteX4" fmla="*/ 13074 w 5228120"/>
              <a:gd name="connsiteY4" fmla="*/ 3574556 h 4957739"/>
              <a:gd name="connsiteX5" fmla="*/ 18280 w 5228120"/>
              <a:gd name="connsiteY5" fmla="*/ 3549561 h 4957739"/>
              <a:gd name="connsiteX6" fmla="*/ 19873 w 5228120"/>
              <a:gd name="connsiteY6" fmla="*/ 3544741 h 4957739"/>
              <a:gd name="connsiteX7" fmla="*/ 19873 w 5228120"/>
              <a:gd name="connsiteY7" fmla="*/ 3381182 h 4957739"/>
              <a:gd name="connsiteX8" fmla="*/ 18092 w 5228120"/>
              <a:gd name="connsiteY8" fmla="*/ 3369117 h 4957739"/>
              <a:gd name="connsiteX9" fmla="*/ 19873 w 5228120"/>
              <a:gd name="connsiteY9" fmla="*/ 3328412 h 4957739"/>
              <a:gd name="connsiteX10" fmla="*/ 17446 w 5228120"/>
              <a:gd name="connsiteY10" fmla="*/ 3322501 h 4957739"/>
              <a:gd name="connsiteX11" fmla="*/ 19873 w 5228120"/>
              <a:gd name="connsiteY11" fmla="*/ 3282705 h 4957739"/>
              <a:gd name="connsiteX12" fmla="*/ 17812 w 5228120"/>
              <a:gd name="connsiteY12" fmla="*/ 3239103 h 4957739"/>
              <a:gd name="connsiteX13" fmla="*/ 12273 w 5228120"/>
              <a:gd name="connsiteY13" fmla="*/ 3235847 h 4957739"/>
              <a:gd name="connsiteX14" fmla="*/ 11786 w 5228120"/>
              <a:gd name="connsiteY14" fmla="*/ 3226285 h 4957739"/>
              <a:gd name="connsiteX15" fmla="*/ 11892 w 5228120"/>
              <a:gd name="connsiteY15" fmla="*/ 3211231 h 4957739"/>
              <a:gd name="connsiteX16" fmla="*/ 17706 w 5228120"/>
              <a:gd name="connsiteY16" fmla="*/ 3177510 h 4957739"/>
              <a:gd name="connsiteX17" fmla="*/ 14268 w 5228120"/>
              <a:gd name="connsiteY17" fmla="*/ 18774 h 4957739"/>
              <a:gd name="connsiteX18" fmla="*/ 30700 w 5228120"/>
              <a:gd name="connsiteY18" fmla="*/ 2147 h 4957739"/>
              <a:gd name="connsiteX19" fmla="*/ 44276 w 5228120"/>
              <a:gd name="connsiteY19" fmla="*/ 0 h 4957739"/>
              <a:gd name="connsiteX20" fmla="*/ 5196316 w 5228120"/>
              <a:gd name="connsiteY20" fmla="*/ 483 h 4957739"/>
              <a:gd name="connsiteX21" fmla="*/ 5224586 w 5228120"/>
              <a:gd name="connsiteY21" fmla="*/ 28755 h 4957739"/>
              <a:gd name="connsiteX22" fmla="*/ 5224586 w 5228120"/>
              <a:gd name="connsiteY22" fmla="*/ 4929546 h 4957739"/>
              <a:gd name="connsiteX23" fmla="*/ 5196315 w 5228120"/>
              <a:gd name="connsiteY23" fmla="*/ 4957738 h 4957739"/>
              <a:gd name="connsiteX24" fmla="*/ 5157924 w 5228120"/>
              <a:gd name="connsiteY24" fmla="*/ 4957738 h 4957739"/>
              <a:gd name="connsiteX25" fmla="*/ 5157922 w 5228120"/>
              <a:gd name="connsiteY25" fmla="*/ 4957739 h 4957739"/>
              <a:gd name="connsiteX26" fmla="*/ 44266 w 5228120"/>
              <a:gd name="connsiteY26" fmla="*/ 4957092 h 4957739"/>
              <a:gd name="connsiteX27" fmla="*/ 19873 w 5228120"/>
              <a:gd name="connsiteY27" fmla="*/ 4940609 h 4957739"/>
              <a:gd name="connsiteX28" fmla="*/ 19873 w 5228120"/>
              <a:gd name="connsiteY28" fmla="*/ 4191554 h 4957739"/>
              <a:gd name="connsiteX29" fmla="*/ 13009 w 5228120"/>
              <a:gd name="connsiteY29" fmla="*/ 4167103 h 4957739"/>
              <a:gd name="connsiteX30" fmla="*/ 19873 w 5228120"/>
              <a:gd name="connsiteY30" fmla="*/ 4141955 h 4957739"/>
              <a:gd name="connsiteX31" fmla="*/ 19873 w 5228120"/>
              <a:gd name="connsiteY31" fmla="*/ 3806821 h 4957739"/>
              <a:gd name="connsiteX32" fmla="*/ 19873 w 5228120"/>
              <a:gd name="connsiteY32" fmla="*/ 3762336 h 4957739"/>
              <a:gd name="connsiteX33" fmla="*/ 12558 w 5228120"/>
              <a:gd name="connsiteY33" fmla="*/ 3737490 h 4957739"/>
              <a:gd name="connsiteX34" fmla="*/ 4175 w 5228120"/>
              <a:gd name="connsiteY34" fmla="*/ 3712086 h 4957739"/>
              <a:gd name="connsiteX35" fmla="*/ 560 w 5228120"/>
              <a:gd name="connsiteY35" fmla="*/ 3687606 h 4957739"/>
              <a:gd name="connsiteX36" fmla="*/ 0 w 5228120"/>
              <a:gd name="connsiteY36" fmla="*/ 3668760 h 49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228120" h="4957739">
                <a:moveTo>
                  <a:pt x="0" y="3668760"/>
                </a:moveTo>
                <a:lnTo>
                  <a:pt x="4948" y="3649017"/>
                </a:lnTo>
                <a:cubicBezTo>
                  <a:pt x="5428" y="3643504"/>
                  <a:pt x="2348" y="3642047"/>
                  <a:pt x="2889" y="3635689"/>
                </a:cubicBezTo>
                <a:lnTo>
                  <a:pt x="8191" y="3610867"/>
                </a:lnTo>
                <a:lnTo>
                  <a:pt x="13074" y="3574556"/>
                </a:lnTo>
                <a:lnTo>
                  <a:pt x="18280" y="3549561"/>
                </a:lnTo>
                <a:lnTo>
                  <a:pt x="19873" y="3544741"/>
                </a:lnTo>
                <a:lnTo>
                  <a:pt x="19873" y="3381182"/>
                </a:lnTo>
                <a:lnTo>
                  <a:pt x="18092" y="3369117"/>
                </a:lnTo>
                <a:cubicBezTo>
                  <a:pt x="18686" y="3355549"/>
                  <a:pt x="19279" y="3341980"/>
                  <a:pt x="19873" y="3328412"/>
                </a:cubicBezTo>
                <a:lnTo>
                  <a:pt x="17446" y="3322501"/>
                </a:lnTo>
                <a:lnTo>
                  <a:pt x="19873" y="3282705"/>
                </a:lnTo>
                <a:cubicBezTo>
                  <a:pt x="19530" y="3269526"/>
                  <a:pt x="20072" y="3246690"/>
                  <a:pt x="17812" y="3239103"/>
                </a:cubicBezTo>
                <a:lnTo>
                  <a:pt x="12273" y="3235847"/>
                </a:lnTo>
                <a:cubicBezTo>
                  <a:pt x="12111" y="3232660"/>
                  <a:pt x="11948" y="3229472"/>
                  <a:pt x="11786" y="3226285"/>
                </a:cubicBezTo>
                <a:cubicBezTo>
                  <a:pt x="12210" y="3225585"/>
                  <a:pt x="11857" y="3211799"/>
                  <a:pt x="11892" y="3211231"/>
                </a:cubicBezTo>
                <a:lnTo>
                  <a:pt x="17706" y="3177510"/>
                </a:lnTo>
                <a:lnTo>
                  <a:pt x="14268" y="18774"/>
                </a:lnTo>
                <a:cubicBezTo>
                  <a:pt x="19746" y="9227"/>
                  <a:pt x="21251" y="7690"/>
                  <a:pt x="30700" y="2147"/>
                </a:cubicBezTo>
                <a:lnTo>
                  <a:pt x="44276" y="0"/>
                </a:lnTo>
                <a:lnTo>
                  <a:pt x="5196316" y="483"/>
                </a:lnTo>
                <a:cubicBezTo>
                  <a:pt x="5211913" y="528"/>
                  <a:pt x="5224547" y="13159"/>
                  <a:pt x="5224586" y="28755"/>
                </a:cubicBezTo>
                <a:cubicBezTo>
                  <a:pt x="5229299" y="850266"/>
                  <a:pt x="5229298" y="4108050"/>
                  <a:pt x="5224586" y="4929546"/>
                </a:cubicBezTo>
                <a:cubicBezTo>
                  <a:pt x="5224498" y="4945112"/>
                  <a:pt x="5211880" y="4957697"/>
                  <a:pt x="5196315" y="4957738"/>
                </a:cubicBezTo>
                <a:lnTo>
                  <a:pt x="5157924" y="4957738"/>
                </a:lnTo>
                <a:cubicBezTo>
                  <a:pt x="5157923" y="4957738"/>
                  <a:pt x="5157923" y="4957739"/>
                  <a:pt x="5157922" y="4957739"/>
                </a:cubicBezTo>
                <a:lnTo>
                  <a:pt x="44266" y="4957092"/>
                </a:lnTo>
                <a:cubicBezTo>
                  <a:pt x="30798" y="4957039"/>
                  <a:pt x="19909" y="4949683"/>
                  <a:pt x="19873" y="4940609"/>
                </a:cubicBezTo>
                <a:lnTo>
                  <a:pt x="19873" y="4191554"/>
                </a:lnTo>
                <a:lnTo>
                  <a:pt x="13009" y="4167103"/>
                </a:lnTo>
                <a:cubicBezTo>
                  <a:pt x="13312" y="4153381"/>
                  <a:pt x="17586" y="4150338"/>
                  <a:pt x="19873" y="4141955"/>
                </a:cubicBezTo>
                <a:lnTo>
                  <a:pt x="19873" y="3806821"/>
                </a:lnTo>
                <a:lnTo>
                  <a:pt x="19873" y="3762336"/>
                </a:lnTo>
                <a:lnTo>
                  <a:pt x="12558" y="3737490"/>
                </a:lnTo>
                <a:cubicBezTo>
                  <a:pt x="18407" y="3727494"/>
                  <a:pt x="6970" y="3720184"/>
                  <a:pt x="4175" y="3712086"/>
                </a:cubicBezTo>
                <a:lnTo>
                  <a:pt x="560" y="3687606"/>
                </a:lnTo>
                <a:cubicBezTo>
                  <a:pt x="373" y="3681324"/>
                  <a:pt x="187" y="3675042"/>
                  <a:pt x="0" y="366876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29B38C0-3CC6-4B41-93F3-C479D22DD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45390">
            <a:off x="843810" y="615980"/>
            <a:ext cx="5269757" cy="358663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E0F80A2-6611-465C-80A5-6ADAE3F03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245390">
            <a:off x="1797496" y="-121443"/>
            <a:ext cx="3369162" cy="5062140"/>
          </a:xfrm>
          <a:custGeom>
            <a:avLst/>
            <a:gdLst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832122 w 5228120"/>
              <a:gd name="connsiteY22" fmla="*/ 0 h 4957903"/>
              <a:gd name="connsiteX23" fmla="*/ 3871237 w 5228120"/>
              <a:gd name="connsiteY23" fmla="*/ 0 h 4957903"/>
              <a:gd name="connsiteX24" fmla="*/ 3872793 w 5228120"/>
              <a:gd name="connsiteY24" fmla="*/ 647 h 4957903"/>
              <a:gd name="connsiteX25" fmla="*/ 5196316 w 5228120"/>
              <a:gd name="connsiteY25" fmla="*/ 647 h 4957903"/>
              <a:gd name="connsiteX26" fmla="*/ 5224586 w 5228120"/>
              <a:gd name="connsiteY26" fmla="*/ 28919 h 4957903"/>
              <a:gd name="connsiteX27" fmla="*/ 5224586 w 5228120"/>
              <a:gd name="connsiteY27" fmla="*/ 4929710 h 4957903"/>
              <a:gd name="connsiteX28" fmla="*/ 5196315 w 5228120"/>
              <a:gd name="connsiteY28" fmla="*/ 4957902 h 4957903"/>
              <a:gd name="connsiteX29" fmla="*/ 5157924 w 5228120"/>
              <a:gd name="connsiteY29" fmla="*/ 4957902 h 4957903"/>
              <a:gd name="connsiteX30" fmla="*/ 5157922 w 5228120"/>
              <a:gd name="connsiteY30" fmla="*/ 4957903 h 4957903"/>
              <a:gd name="connsiteX31" fmla="*/ 1369345 w 5228120"/>
              <a:gd name="connsiteY31" fmla="*/ 4957903 h 4957903"/>
              <a:gd name="connsiteX32" fmla="*/ 1367050 w 5228120"/>
              <a:gd name="connsiteY32" fmla="*/ 4957256 h 4957903"/>
              <a:gd name="connsiteX33" fmla="*/ 44266 w 5228120"/>
              <a:gd name="connsiteY33" fmla="*/ 4957256 h 4957903"/>
              <a:gd name="connsiteX34" fmla="*/ 19873 w 5228120"/>
              <a:gd name="connsiteY34" fmla="*/ 4940773 h 4957903"/>
              <a:gd name="connsiteX35" fmla="*/ 19873 w 5228120"/>
              <a:gd name="connsiteY35" fmla="*/ 4191718 h 4957903"/>
              <a:gd name="connsiteX36" fmla="*/ 13009 w 5228120"/>
              <a:gd name="connsiteY36" fmla="*/ 4167267 h 4957903"/>
              <a:gd name="connsiteX37" fmla="*/ 19873 w 5228120"/>
              <a:gd name="connsiteY37" fmla="*/ 4142119 h 4957903"/>
              <a:gd name="connsiteX38" fmla="*/ 19873 w 5228120"/>
              <a:gd name="connsiteY38" fmla="*/ 3806985 h 4957903"/>
              <a:gd name="connsiteX39" fmla="*/ 19873 w 5228120"/>
              <a:gd name="connsiteY39" fmla="*/ 3762500 h 4957903"/>
              <a:gd name="connsiteX40" fmla="*/ 12558 w 5228120"/>
              <a:gd name="connsiteY40" fmla="*/ 3737654 h 4957903"/>
              <a:gd name="connsiteX41" fmla="*/ 4175 w 5228120"/>
              <a:gd name="connsiteY41" fmla="*/ 3712250 h 4957903"/>
              <a:gd name="connsiteX42" fmla="*/ 560 w 5228120"/>
              <a:gd name="connsiteY42" fmla="*/ 3687770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832122 w 5228120"/>
              <a:gd name="connsiteY22" fmla="*/ 0 h 4957903"/>
              <a:gd name="connsiteX23" fmla="*/ 3871237 w 5228120"/>
              <a:gd name="connsiteY23" fmla="*/ 0 h 4957903"/>
              <a:gd name="connsiteX24" fmla="*/ 3872793 w 5228120"/>
              <a:gd name="connsiteY24" fmla="*/ 647 h 4957903"/>
              <a:gd name="connsiteX25" fmla="*/ 5196316 w 5228120"/>
              <a:gd name="connsiteY25" fmla="*/ 647 h 4957903"/>
              <a:gd name="connsiteX26" fmla="*/ 5224586 w 5228120"/>
              <a:gd name="connsiteY26" fmla="*/ 28919 h 4957903"/>
              <a:gd name="connsiteX27" fmla="*/ 5224586 w 5228120"/>
              <a:gd name="connsiteY27" fmla="*/ 4929710 h 4957903"/>
              <a:gd name="connsiteX28" fmla="*/ 5196315 w 5228120"/>
              <a:gd name="connsiteY28" fmla="*/ 4957902 h 4957903"/>
              <a:gd name="connsiteX29" fmla="*/ 5157924 w 5228120"/>
              <a:gd name="connsiteY29" fmla="*/ 4957902 h 4957903"/>
              <a:gd name="connsiteX30" fmla="*/ 5157922 w 5228120"/>
              <a:gd name="connsiteY30" fmla="*/ 4957903 h 4957903"/>
              <a:gd name="connsiteX31" fmla="*/ 1369345 w 5228120"/>
              <a:gd name="connsiteY31" fmla="*/ 4957903 h 4957903"/>
              <a:gd name="connsiteX32" fmla="*/ 44266 w 5228120"/>
              <a:gd name="connsiteY32" fmla="*/ 4957256 h 4957903"/>
              <a:gd name="connsiteX33" fmla="*/ 19873 w 5228120"/>
              <a:gd name="connsiteY33" fmla="*/ 4940773 h 4957903"/>
              <a:gd name="connsiteX34" fmla="*/ 19873 w 5228120"/>
              <a:gd name="connsiteY34" fmla="*/ 4191718 h 4957903"/>
              <a:gd name="connsiteX35" fmla="*/ 13009 w 5228120"/>
              <a:gd name="connsiteY35" fmla="*/ 4167267 h 4957903"/>
              <a:gd name="connsiteX36" fmla="*/ 19873 w 5228120"/>
              <a:gd name="connsiteY36" fmla="*/ 4142119 h 4957903"/>
              <a:gd name="connsiteX37" fmla="*/ 19873 w 5228120"/>
              <a:gd name="connsiteY37" fmla="*/ 3806985 h 4957903"/>
              <a:gd name="connsiteX38" fmla="*/ 19873 w 5228120"/>
              <a:gd name="connsiteY38" fmla="*/ 3762500 h 4957903"/>
              <a:gd name="connsiteX39" fmla="*/ 12558 w 5228120"/>
              <a:gd name="connsiteY39" fmla="*/ 3737654 h 4957903"/>
              <a:gd name="connsiteX40" fmla="*/ 4175 w 5228120"/>
              <a:gd name="connsiteY40" fmla="*/ 3712250 h 4957903"/>
              <a:gd name="connsiteX41" fmla="*/ 560 w 5228120"/>
              <a:gd name="connsiteY41" fmla="*/ 3687770 h 4957903"/>
              <a:gd name="connsiteX42" fmla="*/ 0 w 5228120"/>
              <a:gd name="connsiteY42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3871237 w 5228120"/>
              <a:gd name="connsiteY22" fmla="*/ 0 h 4957903"/>
              <a:gd name="connsiteX23" fmla="*/ 3872793 w 5228120"/>
              <a:gd name="connsiteY23" fmla="*/ 647 h 4957903"/>
              <a:gd name="connsiteX24" fmla="*/ 5196316 w 5228120"/>
              <a:gd name="connsiteY24" fmla="*/ 647 h 4957903"/>
              <a:gd name="connsiteX25" fmla="*/ 5224586 w 5228120"/>
              <a:gd name="connsiteY25" fmla="*/ 28919 h 4957903"/>
              <a:gd name="connsiteX26" fmla="*/ 5224586 w 5228120"/>
              <a:gd name="connsiteY26" fmla="*/ 4929710 h 4957903"/>
              <a:gd name="connsiteX27" fmla="*/ 5196315 w 5228120"/>
              <a:gd name="connsiteY27" fmla="*/ 4957902 h 4957903"/>
              <a:gd name="connsiteX28" fmla="*/ 5157924 w 5228120"/>
              <a:gd name="connsiteY28" fmla="*/ 4957902 h 4957903"/>
              <a:gd name="connsiteX29" fmla="*/ 5157922 w 5228120"/>
              <a:gd name="connsiteY29" fmla="*/ 4957903 h 4957903"/>
              <a:gd name="connsiteX30" fmla="*/ 1369345 w 5228120"/>
              <a:gd name="connsiteY30" fmla="*/ 4957903 h 4957903"/>
              <a:gd name="connsiteX31" fmla="*/ 44266 w 5228120"/>
              <a:gd name="connsiteY31" fmla="*/ 4957256 h 4957903"/>
              <a:gd name="connsiteX32" fmla="*/ 19873 w 5228120"/>
              <a:gd name="connsiteY32" fmla="*/ 4940773 h 4957903"/>
              <a:gd name="connsiteX33" fmla="*/ 19873 w 5228120"/>
              <a:gd name="connsiteY33" fmla="*/ 4191718 h 4957903"/>
              <a:gd name="connsiteX34" fmla="*/ 13009 w 5228120"/>
              <a:gd name="connsiteY34" fmla="*/ 4167267 h 4957903"/>
              <a:gd name="connsiteX35" fmla="*/ 19873 w 5228120"/>
              <a:gd name="connsiteY35" fmla="*/ 4142119 h 4957903"/>
              <a:gd name="connsiteX36" fmla="*/ 19873 w 5228120"/>
              <a:gd name="connsiteY36" fmla="*/ 3806985 h 4957903"/>
              <a:gd name="connsiteX37" fmla="*/ 19873 w 5228120"/>
              <a:gd name="connsiteY37" fmla="*/ 3762500 h 4957903"/>
              <a:gd name="connsiteX38" fmla="*/ 12558 w 5228120"/>
              <a:gd name="connsiteY38" fmla="*/ 3737654 h 4957903"/>
              <a:gd name="connsiteX39" fmla="*/ 4175 w 5228120"/>
              <a:gd name="connsiteY39" fmla="*/ 3712250 h 4957903"/>
              <a:gd name="connsiteX40" fmla="*/ 560 w 5228120"/>
              <a:gd name="connsiteY40" fmla="*/ 3687770 h 4957903"/>
              <a:gd name="connsiteX41" fmla="*/ 0 w 5228120"/>
              <a:gd name="connsiteY41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3871237 w 5228120"/>
              <a:gd name="connsiteY21" fmla="*/ 0 h 4957903"/>
              <a:gd name="connsiteX22" fmla="*/ 3872793 w 5228120"/>
              <a:gd name="connsiteY22" fmla="*/ 647 h 4957903"/>
              <a:gd name="connsiteX23" fmla="*/ 5196316 w 5228120"/>
              <a:gd name="connsiteY23" fmla="*/ 647 h 4957903"/>
              <a:gd name="connsiteX24" fmla="*/ 5224586 w 5228120"/>
              <a:gd name="connsiteY24" fmla="*/ 28919 h 4957903"/>
              <a:gd name="connsiteX25" fmla="*/ 5224586 w 5228120"/>
              <a:gd name="connsiteY25" fmla="*/ 4929710 h 4957903"/>
              <a:gd name="connsiteX26" fmla="*/ 5196315 w 5228120"/>
              <a:gd name="connsiteY26" fmla="*/ 4957902 h 4957903"/>
              <a:gd name="connsiteX27" fmla="*/ 5157924 w 5228120"/>
              <a:gd name="connsiteY27" fmla="*/ 4957902 h 4957903"/>
              <a:gd name="connsiteX28" fmla="*/ 5157922 w 5228120"/>
              <a:gd name="connsiteY28" fmla="*/ 4957903 h 4957903"/>
              <a:gd name="connsiteX29" fmla="*/ 1369345 w 5228120"/>
              <a:gd name="connsiteY29" fmla="*/ 4957903 h 4957903"/>
              <a:gd name="connsiteX30" fmla="*/ 44266 w 5228120"/>
              <a:gd name="connsiteY30" fmla="*/ 4957256 h 4957903"/>
              <a:gd name="connsiteX31" fmla="*/ 19873 w 5228120"/>
              <a:gd name="connsiteY31" fmla="*/ 4940773 h 4957903"/>
              <a:gd name="connsiteX32" fmla="*/ 19873 w 5228120"/>
              <a:gd name="connsiteY32" fmla="*/ 4191718 h 4957903"/>
              <a:gd name="connsiteX33" fmla="*/ 13009 w 5228120"/>
              <a:gd name="connsiteY33" fmla="*/ 4167267 h 4957903"/>
              <a:gd name="connsiteX34" fmla="*/ 19873 w 5228120"/>
              <a:gd name="connsiteY34" fmla="*/ 4142119 h 4957903"/>
              <a:gd name="connsiteX35" fmla="*/ 19873 w 5228120"/>
              <a:gd name="connsiteY35" fmla="*/ 3806985 h 4957903"/>
              <a:gd name="connsiteX36" fmla="*/ 19873 w 5228120"/>
              <a:gd name="connsiteY36" fmla="*/ 3762500 h 4957903"/>
              <a:gd name="connsiteX37" fmla="*/ 12558 w 5228120"/>
              <a:gd name="connsiteY37" fmla="*/ 3737654 h 4957903"/>
              <a:gd name="connsiteX38" fmla="*/ 4175 w 5228120"/>
              <a:gd name="connsiteY38" fmla="*/ 3712250 h 4957903"/>
              <a:gd name="connsiteX39" fmla="*/ 560 w 5228120"/>
              <a:gd name="connsiteY39" fmla="*/ 3687770 h 4957903"/>
              <a:gd name="connsiteX40" fmla="*/ 0 w 5228120"/>
              <a:gd name="connsiteY40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3871237 w 5228120"/>
              <a:gd name="connsiteY20" fmla="*/ 0 h 4957903"/>
              <a:gd name="connsiteX21" fmla="*/ 3872793 w 5228120"/>
              <a:gd name="connsiteY21" fmla="*/ 647 h 4957903"/>
              <a:gd name="connsiteX22" fmla="*/ 5196316 w 5228120"/>
              <a:gd name="connsiteY22" fmla="*/ 647 h 4957903"/>
              <a:gd name="connsiteX23" fmla="*/ 5224586 w 5228120"/>
              <a:gd name="connsiteY23" fmla="*/ 28919 h 4957903"/>
              <a:gd name="connsiteX24" fmla="*/ 5224586 w 5228120"/>
              <a:gd name="connsiteY24" fmla="*/ 4929710 h 4957903"/>
              <a:gd name="connsiteX25" fmla="*/ 5196315 w 5228120"/>
              <a:gd name="connsiteY25" fmla="*/ 4957902 h 4957903"/>
              <a:gd name="connsiteX26" fmla="*/ 5157924 w 5228120"/>
              <a:gd name="connsiteY26" fmla="*/ 4957902 h 4957903"/>
              <a:gd name="connsiteX27" fmla="*/ 5157922 w 5228120"/>
              <a:gd name="connsiteY27" fmla="*/ 4957903 h 4957903"/>
              <a:gd name="connsiteX28" fmla="*/ 1369345 w 5228120"/>
              <a:gd name="connsiteY28" fmla="*/ 4957903 h 4957903"/>
              <a:gd name="connsiteX29" fmla="*/ 44266 w 5228120"/>
              <a:gd name="connsiteY29" fmla="*/ 4957256 h 4957903"/>
              <a:gd name="connsiteX30" fmla="*/ 19873 w 5228120"/>
              <a:gd name="connsiteY30" fmla="*/ 4940773 h 4957903"/>
              <a:gd name="connsiteX31" fmla="*/ 19873 w 5228120"/>
              <a:gd name="connsiteY31" fmla="*/ 4191718 h 4957903"/>
              <a:gd name="connsiteX32" fmla="*/ 13009 w 5228120"/>
              <a:gd name="connsiteY32" fmla="*/ 4167267 h 4957903"/>
              <a:gd name="connsiteX33" fmla="*/ 19873 w 5228120"/>
              <a:gd name="connsiteY33" fmla="*/ 4142119 h 4957903"/>
              <a:gd name="connsiteX34" fmla="*/ 19873 w 5228120"/>
              <a:gd name="connsiteY34" fmla="*/ 3806985 h 4957903"/>
              <a:gd name="connsiteX35" fmla="*/ 19873 w 5228120"/>
              <a:gd name="connsiteY35" fmla="*/ 3762500 h 4957903"/>
              <a:gd name="connsiteX36" fmla="*/ 12558 w 5228120"/>
              <a:gd name="connsiteY36" fmla="*/ 3737654 h 4957903"/>
              <a:gd name="connsiteX37" fmla="*/ 4175 w 5228120"/>
              <a:gd name="connsiteY37" fmla="*/ 3712250 h 4957903"/>
              <a:gd name="connsiteX38" fmla="*/ 560 w 5228120"/>
              <a:gd name="connsiteY38" fmla="*/ 3687770 h 4957903"/>
              <a:gd name="connsiteX39" fmla="*/ 0 w 5228120"/>
              <a:gd name="connsiteY39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3871237 w 5228120"/>
              <a:gd name="connsiteY20" fmla="*/ 0 h 4957903"/>
              <a:gd name="connsiteX21" fmla="*/ 5196316 w 5228120"/>
              <a:gd name="connsiteY21" fmla="*/ 647 h 4957903"/>
              <a:gd name="connsiteX22" fmla="*/ 5224586 w 5228120"/>
              <a:gd name="connsiteY22" fmla="*/ 28919 h 4957903"/>
              <a:gd name="connsiteX23" fmla="*/ 5224586 w 5228120"/>
              <a:gd name="connsiteY23" fmla="*/ 4929710 h 4957903"/>
              <a:gd name="connsiteX24" fmla="*/ 5196315 w 5228120"/>
              <a:gd name="connsiteY24" fmla="*/ 4957902 h 4957903"/>
              <a:gd name="connsiteX25" fmla="*/ 5157924 w 5228120"/>
              <a:gd name="connsiteY25" fmla="*/ 4957902 h 4957903"/>
              <a:gd name="connsiteX26" fmla="*/ 5157922 w 5228120"/>
              <a:gd name="connsiteY26" fmla="*/ 4957903 h 4957903"/>
              <a:gd name="connsiteX27" fmla="*/ 1369345 w 5228120"/>
              <a:gd name="connsiteY27" fmla="*/ 4957903 h 4957903"/>
              <a:gd name="connsiteX28" fmla="*/ 44266 w 5228120"/>
              <a:gd name="connsiteY28" fmla="*/ 4957256 h 4957903"/>
              <a:gd name="connsiteX29" fmla="*/ 19873 w 5228120"/>
              <a:gd name="connsiteY29" fmla="*/ 4940773 h 4957903"/>
              <a:gd name="connsiteX30" fmla="*/ 19873 w 5228120"/>
              <a:gd name="connsiteY30" fmla="*/ 4191718 h 4957903"/>
              <a:gd name="connsiteX31" fmla="*/ 13009 w 5228120"/>
              <a:gd name="connsiteY31" fmla="*/ 4167267 h 4957903"/>
              <a:gd name="connsiteX32" fmla="*/ 19873 w 5228120"/>
              <a:gd name="connsiteY32" fmla="*/ 4142119 h 4957903"/>
              <a:gd name="connsiteX33" fmla="*/ 19873 w 5228120"/>
              <a:gd name="connsiteY33" fmla="*/ 3806985 h 4957903"/>
              <a:gd name="connsiteX34" fmla="*/ 19873 w 5228120"/>
              <a:gd name="connsiteY34" fmla="*/ 3762500 h 4957903"/>
              <a:gd name="connsiteX35" fmla="*/ 12558 w 5228120"/>
              <a:gd name="connsiteY35" fmla="*/ 3737654 h 4957903"/>
              <a:gd name="connsiteX36" fmla="*/ 4175 w 5228120"/>
              <a:gd name="connsiteY36" fmla="*/ 3712250 h 4957903"/>
              <a:gd name="connsiteX37" fmla="*/ 560 w 5228120"/>
              <a:gd name="connsiteY37" fmla="*/ 3687770 h 4957903"/>
              <a:gd name="connsiteX38" fmla="*/ 0 w 5228120"/>
              <a:gd name="connsiteY38" fmla="*/ 3668924 h 4957903"/>
              <a:gd name="connsiteX0" fmla="*/ 0 w 5228120"/>
              <a:gd name="connsiteY0" fmla="*/ 3668760 h 4957739"/>
              <a:gd name="connsiteX1" fmla="*/ 4948 w 5228120"/>
              <a:gd name="connsiteY1" fmla="*/ 3649017 h 4957739"/>
              <a:gd name="connsiteX2" fmla="*/ 2889 w 5228120"/>
              <a:gd name="connsiteY2" fmla="*/ 3635689 h 4957739"/>
              <a:gd name="connsiteX3" fmla="*/ 8191 w 5228120"/>
              <a:gd name="connsiteY3" fmla="*/ 3610867 h 4957739"/>
              <a:gd name="connsiteX4" fmla="*/ 13074 w 5228120"/>
              <a:gd name="connsiteY4" fmla="*/ 3574556 h 4957739"/>
              <a:gd name="connsiteX5" fmla="*/ 18280 w 5228120"/>
              <a:gd name="connsiteY5" fmla="*/ 3549561 h 4957739"/>
              <a:gd name="connsiteX6" fmla="*/ 19873 w 5228120"/>
              <a:gd name="connsiteY6" fmla="*/ 3544741 h 4957739"/>
              <a:gd name="connsiteX7" fmla="*/ 19873 w 5228120"/>
              <a:gd name="connsiteY7" fmla="*/ 3381182 h 4957739"/>
              <a:gd name="connsiteX8" fmla="*/ 18092 w 5228120"/>
              <a:gd name="connsiteY8" fmla="*/ 3369117 h 4957739"/>
              <a:gd name="connsiteX9" fmla="*/ 19873 w 5228120"/>
              <a:gd name="connsiteY9" fmla="*/ 3328412 h 4957739"/>
              <a:gd name="connsiteX10" fmla="*/ 17446 w 5228120"/>
              <a:gd name="connsiteY10" fmla="*/ 3322501 h 4957739"/>
              <a:gd name="connsiteX11" fmla="*/ 19873 w 5228120"/>
              <a:gd name="connsiteY11" fmla="*/ 3282705 h 4957739"/>
              <a:gd name="connsiteX12" fmla="*/ 17812 w 5228120"/>
              <a:gd name="connsiteY12" fmla="*/ 3239103 h 4957739"/>
              <a:gd name="connsiteX13" fmla="*/ 12273 w 5228120"/>
              <a:gd name="connsiteY13" fmla="*/ 3235847 h 4957739"/>
              <a:gd name="connsiteX14" fmla="*/ 11786 w 5228120"/>
              <a:gd name="connsiteY14" fmla="*/ 3226285 h 4957739"/>
              <a:gd name="connsiteX15" fmla="*/ 11892 w 5228120"/>
              <a:gd name="connsiteY15" fmla="*/ 3211231 h 4957739"/>
              <a:gd name="connsiteX16" fmla="*/ 17706 w 5228120"/>
              <a:gd name="connsiteY16" fmla="*/ 3177510 h 4957739"/>
              <a:gd name="connsiteX17" fmla="*/ 14268 w 5228120"/>
              <a:gd name="connsiteY17" fmla="*/ 18774 h 4957739"/>
              <a:gd name="connsiteX18" fmla="*/ 30700 w 5228120"/>
              <a:gd name="connsiteY18" fmla="*/ 2147 h 4957739"/>
              <a:gd name="connsiteX19" fmla="*/ 44276 w 5228120"/>
              <a:gd name="connsiteY19" fmla="*/ 0 h 4957739"/>
              <a:gd name="connsiteX20" fmla="*/ 5196316 w 5228120"/>
              <a:gd name="connsiteY20" fmla="*/ 483 h 4957739"/>
              <a:gd name="connsiteX21" fmla="*/ 5224586 w 5228120"/>
              <a:gd name="connsiteY21" fmla="*/ 28755 h 4957739"/>
              <a:gd name="connsiteX22" fmla="*/ 5224586 w 5228120"/>
              <a:gd name="connsiteY22" fmla="*/ 4929546 h 4957739"/>
              <a:gd name="connsiteX23" fmla="*/ 5196315 w 5228120"/>
              <a:gd name="connsiteY23" fmla="*/ 4957738 h 4957739"/>
              <a:gd name="connsiteX24" fmla="*/ 5157924 w 5228120"/>
              <a:gd name="connsiteY24" fmla="*/ 4957738 h 4957739"/>
              <a:gd name="connsiteX25" fmla="*/ 5157922 w 5228120"/>
              <a:gd name="connsiteY25" fmla="*/ 4957739 h 4957739"/>
              <a:gd name="connsiteX26" fmla="*/ 1369345 w 5228120"/>
              <a:gd name="connsiteY26" fmla="*/ 4957739 h 4957739"/>
              <a:gd name="connsiteX27" fmla="*/ 44266 w 5228120"/>
              <a:gd name="connsiteY27" fmla="*/ 4957092 h 4957739"/>
              <a:gd name="connsiteX28" fmla="*/ 19873 w 5228120"/>
              <a:gd name="connsiteY28" fmla="*/ 4940609 h 4957739"/>
              <a:gd name="connsiteX29" fmla="*/ 19873 w 5228120"/>
              <a:gd name="connsiteY29" fmla="*/ 4191554 h 4957739"/>
              <a:gd name="connsiteX30" fmla="*/ 13009 w 5228120"/>
              <a:gd name="connsiteY30" fmla="*/ 4167103 h 4957739"/>
              <a:gd name="connsiteX31" fmla="*/ 19873 w 5228120"/>
              <a:gd name="connsiteY31" fmla="*/ 4141955 h 4957739"/>
              <a:gd name="connsiteX32" fmla="*/ 19873 w 5228120"/>
              <a:gd name="connsiteY32" fmla="*/ 3806821 h 4957739"/>
              <a:gd name="connsiteX33" fmla="*/ 19873 w 5228120"/>
              <a:gd name="connsiteY33" fmla="*/ 3762336 h 4957739"/>
              <a:gd name="connsiteX34" fmla="*/ 12558 w 5228120"/>
              <a:gd name="connsiteY34" fmla="*/ 3737490 h 4957739"/>
              <a:gd name="connsiteX35" fmla="*/ 4175 w 5228120"/>
              <a:gd name="connsiteY35" fmla="*/ 3712086 h 4957739"/>
              <a:gd name="connsiteX36" fmla="*/ 560 w 5228120"/>
              <a:gd name="connsiteY36" fmla="*/ 3687606 h 4957739"/>
              <a:gd name="connsiteX37" fmla="*/ 0 w 5228120"/>
              <a:gd name="connsiteY37" fmla="*/ 3668760 h 4957739"/>
              <a:gd name="connsiteX0" fmla="*/ 0 w 5228120"/>
              <a:gd name="connsiteY0" fmla="*/ 3668760 h 4957739"/>
              <a:gd name="connsiteX1" fmla="*/ 4948 w 5228120"/>
              <a:gd name="connsiteY1" fmla="*/ 3649017 h 4957739"/>
              <a:gd name="connsiteX2" fmla="*/ 2889 w 5228120"/>
              <a:gd name="connsiteY2" fmla="*/ 3635689 h 4957739"/>
              <a:gd name="connsiteX3" fmla="*/ 8191 w 5228120"/>
              <a:gd name="connsiteY3" fmla="*/ 3610867 h 4957739"/>
              <a:gd name="connsiteX4" fmla="*/ 13074 w 5228120"/>
              <a:gd name="connsiteY4" fmla="*/ 3574556 h 4957739"/>
              <a:gd name="connsiteX5" fmla="*/ 18280 w 5228120"/>
              <a:gd name="connsiteY5" fmla="*/ 3549561 h 4957739"/>
              <a:gd name="connsiteX6" fmla="*/ 19873 w 5228120"/>
              <a:gd name="connsiteY6" fmla="*/ 3544741 h 4957739"/>
              <a:gd name="connsiteX7" fmla="*/ 19873 w 5228120"/>
              <a:gd name="connsiteY7" fmla="*/ 3381182 h 4957739"/>
              <a:gd name="connsiteX8" fmla="*/ 18092 w 5228120"/>
              <a:gd name="connsiteY8" fmla="*/ 3369117 h 4957739"/>
              <a:gd name="connsiteX9" fmla="*/ 19873 w 5228120"/>
              <a:gd name="connsiteY9" fmla="*/ 3328412 h 4957739"/>
              <a:gd name="connsiteX10" fmla="*/ 17446 w 5228120"/>
              <a:gd name="connsiteY10" fmla="*/ 3322501 h 4957739"/>
              <a:gd name="connsiteX11" fmla="*/ 19873 w 5228120"/>
              <a:gd name="connsiteY11" fmla="*/ 3282705 h 4957739"/>
              <a:gd name="connsiteX12" fmla="*/ 17812 w 5228120"/>
              <a:gd name="connsiteY12" fmla="*/ 3239103 h 4957739"/>
              <a:gd name="connsiteX13" fmla="*/ 12273 w 5228120"/>
              <a:gd name="connsiteY13" fmla="*/ 3235847 h 4957739"/>
              <a:gd name="connsiteX14" fmla="*/ 11786 w 5228120"/>
              <a:gd name="connsiteY14" fmla="*/ 3226285 h 4957739"/>
              <a:gd name="connsiteX15" fmla="*/ 11892 w 5228120"/>
              <a:gd name="connsiteY15" fmla="*/ 3211231 h 4957739"/>
              <a:gd name="connsiteX16" fmla="*/ 17706 w 5228120"/>
              <a:gd name="connsiteY16" fmla="*/ 3177510 h 4957739"/>
              <a:gd name="connsiteX17" fmla="*/ 14268 w 5228120"/>
              <a:gd name="connsiteY17" fmla="*/ 18774 h 4957739"/>
              <a:gd name="connsiteX18" fmla="*/ 30700 w 5228120"/>
              <a:gd name="connsiteY18" fmla="*/ 2147 h 4957739"/>
              <a:gd name="connsiteX19" fmla="*/ 44276 w 5228120"/>
              <a:gd name="connsiteY19" fmla="*/ 0 h 4957739"/>
              <a:gd name="connsiteX20" fmla="*/ 5196316 w 5228120"/>
              <a:gd name="connsiteY20" fmla="*/ 483 h 4957739"/>
              <a:gd name="connsiteX21" fmla="*/ 5224586 w 5228120"/>
              <a:gd name="connsiteY21" fmla="*/ 28755 h 4957739"/>
              <a:gd name="connsiteX22" fmla="*/ 5224586 w 5228120"/>
              <a:gd name="connsiteY22" fmla="*/ 4929546 h 4957739"/>
              <a:gd name="connsiteX23" fmla="*/ 5196315 w 5228120"/>
              <a:gd name="connsiteY23" fmla="*/ 4957738 h 4957739"/>
              <a:gd name="connsiteX24" fmla="*/ 5157924 w 5228120"/>
              <a:gd name="connsiteY24" fmla="*/ 4957738 h 4957739"/>
              <a:gd name="connsiteX25" fmla="*/ 5157922 w 5228120"/>
              <a:gd name="connsiteY25" fmla="*/ 4957739 h 4957739"/>
              <a:gd name="connsiteX26" fmla="*/ 44266 w 5228120"/>
              <a:gd name="connsiteY26" fmla="*/ 4957092 h 4957739"/>
              <a:gd name="connsiteX27" fmla="*/ 19873 w 5228120"/>
              <a:gd name="connsiteY27" fmla="*/ 4940609 h 4957739"/>
              <a:gd name="connsiteX28" fmla="*/ 19873 w 5228120"/>
              <a:gd name="connsiteY28" fmla="*/ 4191554 h 4957739"/>
              <a:gd name="connsiteX29" fmla="*/ 13009 w 5228120"/>
              <a:gd name="connsiteY29" fmla="*/ 4167103 h 4957739"/>
              <a:gd name="connsiteX30" fmla="*/ 19873 w 5228120"/>
              <a:gd name="connsiteY30" fmla="*/ 4141955 h 4957739"/>
              <a:gd name="connsiteX31" fmla="*/ 19873 w 5228120"/>
              <a:gd name="connsiteY31" fmla="*/ 3806821 h 4957739"/>
              <a:gd name="connsiteX32" fmla="*/ 19873 w 5228120"/>
              <a:gd name="connsiteY32" fmla="*/ 3762336 h 4957739"/>
              <a:gd name="connsiteX33" fmla="*/ 12558 w 5228120"/>
              <a:gd name="connsiteY33" fmla="*/ 3737490 h 4957739"/>
              <a:gd name="connsiteX34" fmla="*/ 4175 w 5228120"/>
              <a:gd name="connsiteY34" fmla="*/ 3712086 h 4957739"/>
              <a:gd name="connsiteX35" fmla="*/ 560 w 5228120"/>
              <a:gd name="connsiteY35" fmla="*/ 3687606 h 4957739"/>
              <a:gd name="connsiteX36" fmla="*/ 0 w 5228120"/>
              <a:gd name="connsiteY36" fmla="*/ 3668760 h 49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228120" h="4957739">
                <a:moveTo>
                  <a:pt x="0" y="3668760"/>
                </a:moveTo>
                <a:lnTo>
                  <a:pt x="4948" y="3649017"/>
                </a:lnTo>
                <a:cubicBezTo>
                  <a:pt x="5428" y="3643504"/>
                  <a:pt x="2348" y="3642047"/>
                  <a:pt x="2889" y="3635689"/>
                </a:cubicBezTo>
                <a:lnTo>
                  <a:pt x="8191" y="3610867"/>
                </a:lnTo>
                <a:lnTo>
                  <a:pt x="13074" y="3574556"/>
                </a:lnTo>
                <a:lnTo>
                  <a:pt x="18280" y="3549561"/>
                </a:lnTo>
                <a:lnTo>
                  <a:pt x="19873" y="3544741"/>
                </a:lnTo>
                <a:lnTo>
                  <a:pt x="19873" y="3381182"/>
                </a:lnTo>
                <a:lnTo>
                  <a:pt x="18092" y="3369117"/>
                </a:lnTo>
                <a:cubicBezTo>
                  <a:pt x="18686" y="3355549"/>
                  <a:pt x="19279" y="3341980"/>
                  <a:pt x="19873" y="3328412"/>
                </a:cubicBezTo>
                <a:lnTo>
                  <a:pt x="17446" y="3322501"/>
                </a:lnTo>
                <a:lnTo>
                  <a:pt x="19873" y="3282705"/>
                </a:lnTo>
                <a:cubicBezTo>
                  <a:pt x="19530" y="3269526"/>
                  <a:pt x="20072" y="3246690"/>
                  <a:pt x="17812" y="3239103"/>
                </a:cubicBezTo>
                <a:lnTo>
                  <a:pt x="12273" y="3235847"/>
                </a:lnTo>
                <a:cubicBezTo>
                  <a:pt x="12111" y="3232660"/>
                  <a:pt x="11948" y="3229472"/>
                  <a:pt x="11786" y="3226285"/>
                </a:cubicBezTo>
                <a:cubicBezTo>
                  <a:pt x="12210" y="3225585"/>
                  <a:pt x="11857" y="3211799"/>
                  <a:pt x="11892" y="3211231"/>
                </a:cubicBezTo>
                <a:lnTo>
                  <a:pt x="17706" y="3177510"/>
                </a:lnTo>
                <a:lnTo>
                  <a:pt x="14268" y="18774"/>
                </a:lnTo>
                <a:cubicBezTo>
                  <a:pt x="19746" y="9227"/>
                  <a:pt x="21251" y="7690"/>
                  <a:pt x="30700" y="2147"/>
                </a:cubicBezTo>
                <a:lnTo>
                  <a:pt x="44276" y="0"/>
                </a:lnTo>
                <a:lnTo>
                  <a:pt x="5196316" y="483"/>
                </a:lnTo>
                <a:cubicBezTo>
                  <a:pt x="5211913" y="528"/>
                  <a:pt x="5224547" y="13159"/>
                  <a:pt x="5224586" y="28755"/>
                </a:cubicBezTo>
                <a:cubicBezTo>
                  <a:pt x="5229299" y="850266"/>
                  <a:pt x="5229298" y="4108050"/>
                  <a:pt x="5224586" y="4929546"/>
                </a:cubicBezTo>
                <a:cubicBezTo>
                  <a:pt x="5224498" y="4945112"/>
                  <a:pt x="5211880" y="4957697"/>
                  <a:pt x="5196315" y="4957738"/>
                </a:cubicBezTo>
                <a:lnTo>
                  <a:pt x="5157924" y="4957738"/>
                </a:lnTo>
                <a:cubicBezTo>
                  <a:pt x="5157923" y="4957738"/>
                  <a:pt x="5157923" y="4957739"/>
                  <a:pt x="5157922" y="4957739"/>
                </a:cubicBezTo>
                <a:lnTo>
                  <a:pt x="44266" y="4957092"/>
                </a:lnTo>
                <a:cubicBezTo>
                  <a:pt x="30798" y="4957039"/>
                  <a:pt x="19909" y="4949683"/>
                  <a:pt x="19873" y="4940609"/>
                </a:cubicBezTo>
                <a:lnTo>
                  <a:pt x="19873" y="4191554"/>
                </a:lnTo>
                <a:lnTo>
                  <a:pt x="13009" y="4167103"/>
                </a:lnTo>
                <a:cubicBezTo>
                  <a:pt x="13312" y="4153381"/>
                  <a:pt x="17586" y="4150338"/>
                  <a:pt x="19873" y="4141955"/>
                </a:cubicBezTo>
                <a:lnTo>
                  <a:pt x="19873" y="3806821"/>
                </a:lnTo>
                <a:lnTo>
                  <a:pt x="19873" y="3762336"/>
                </a:lnTo>
                <a:lnTo>
                  <a:pt x="12558" y="3737490"/>
                </a:lnTo>
                <a:cubicBezTo>
                  <a:pt x="18407" y="3727494"/>
                  <a:pt x="6970" y="3720184"/>
                  <a:pt x="4175" y="3712086"/>
                </a:cubicBezTo>
                <a:lnTo>
                  <a:pt x="560" y="3687606"/>
                </a:lnTo>
                <a:cubicBezTo>
                  <a:pt x="373" y="3681324"/>
                  <a:pt x="187" y="3675042"/>
                  <a:pt x="0" y="366876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6" name="Content Placeholder 5" descr="Alarm clock with solid fill">
            <a:extLst>
              <a:ext uri="{FF2B5EF4-FFF2-40B4-BE49-F238E27FC236}">
                <a16:creationId xmlns:a16="http://schemas.microsoft.com/office/drawing/2014/main" id="{9165BD6A-47E6-598C-DFE4-6A69D310A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381225">
            <a:off x="1963839" y="894451"/>
            <a:ext cx="3029696" cy="3029696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65B8C92-2D61-44A2-857C-E6980C2A2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658755">
            <a:off x="10976603" y="237613"/>
            <a:ext cx="464589" cy="1772054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Top view of a wooden block with the number one written on it and the block is on a yellow surface">
            <a:extLst>
              <a:ext uri="{FF2B5EF4-FFF2-40B4-BE49-F238E27FC236}">
                <a16:creationId xmlns:a16="http://schemas.microsoft.com/office/drawing/2014/main" id="{FB0ECD30-67D4-0292-995F-2D93327864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795" r="14531" b="1"/>
          <a:stretch>
            <a:fillRect/>
          </a:stretch>
        </p:blipFill>
        <p:spPr>
          <a:xfrm rot="177464">
            <a:off x="7143905" y="1288074"/>
            <a:ext cx="3115784" cy="3028461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631B7FDF-FF70-42C1-8843-C55909468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B2CDC06-C442-466B-8A76-3D5E1EE54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0C247DEB-8314-4DFE-BAD0-937EDB94DC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9A1CFE8-45D8-4B4F-BAAC-0F1BFC041B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C334D3F-33A5-415B-A94D-53FDDAA49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663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2CAB0C-70DE-4DC8-BA46-0246B910F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BF02D-1786-21F8-514A-E7D12FC4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341" y="577121"/>
            <a:ext cx="8843854" cy="1365979"/>
          </a:xfrm>
        </p:spPr>
        <p:txBody>
          <a:bodyPr>
            <a:normAutofit/>
          </a:bodyPr>
          <a:lstStyle/>
          <a:p>
            <a:pPr algn="ctr"/>
            <a:r>
              <a:rPr lang="en-US"/>
              <a:t>So far…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68C39-6463-1024-5137-BF66DD483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6669" y="2590800"/>
            <a:ext cx="6688182" cy="3581400"/>
          </a:xfrm>
        </p:spPr>
        <p:txBody>
          <a:bodyPr>
            <a:normAutofit/>
          </a:bodyPr>
          <a:lstStyle/>
          <a:p>
            <a:pPr algn="ctr"/>
            <a:r>
              <a:rPr lang="en-US" sz="1800"/>
              <a:t>We have designed our user interface to have a large display area for the main content (calendar, directions, prompts)</a:t>
            </a:r>
          </a:p>
          <a:p>
            <a:pPr algn="ctr"/>
            <a:r>
              <a:rPr lang="en-US" sz="1800"/>
              <a:t>We included a navigation bar with simple buttons on the bottom.</a:t>
            </a:r>
          </a:p>
          <a:p>
            <a:pPr algn="ctr"/>
            <a:r>
              <a:rPr lang="en-US" sz="1800"/>
              <a:t>Built the UI how it was designed with </a:t>
            </a:r>
            <a:r>
              <a:rPr lang="en-US" sz="1800" err="1"/>
              <a:t>kivy</a:t>
            </a:r>
            <a:r>
              <a:rPr lang="en-US" sz="1800"/>
              <a:t> in Python.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686979-EF4E-47AD-9ABF-CFD1C5AC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B4EAB5A-33BE-44EA-84C8-5446C3225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7AA46DE-C3A7-41A3-BF3B-358FB3EF61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4426D2-7B82-4A15-A406-9CA7655EBC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91F0D9-BE92-48CA-875E-CEC979B4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494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BBCB0E-D444-4662-99B6-968FADD9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11074-E354-B751-1B21-44E10118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>
            <a:normAutofit/>
          </a:bodyPr>
          <a:lstStyle/>
          <a:p>
            <a:r>
              <a:rPr lang="en-US"/>
              <a:t>Challenges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BCF46B-3163-4E66-9BB3-AAC9997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FABCCE-353C-4DF3-82A1-0A3254A6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69B21E5-8A56-4BB0-A2F9-E1D18D1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2E0FB7C-6BC0-4404-BBCB-6DD5D28DC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CD1BD2-FA34-4758-A9C5-6723ACAD7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87AA35-26CC-D75B-ADAA-F3B3F08394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1465410"/>
              </p:ext>
            </p:extLst>
          </p:nvPr>
        </p:nvGraphicFramePr>
        <p:xfrm>
          <a:off x="1063925" y="2317750"/>
          <a:ext cx="10075651" cy="3854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0117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D5B1-A123-4039-AB25-D807F21A5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Gantt chart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A634116-A947-3B52-5F70-52F5BB41F8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569302"/>
              </p:ext>
            </p:extLst>
          </p:nvPr>
        </p:nvGraphicFramePr>
        <p:xfrm>
          <a:off x="1219200" y="2318032"/>
          <a:ext cx="9493250" cy="3854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803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5C06-D70E-F4D5-7D12-FB0DD445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EC1D2-F76F-6A5B-72DE-661ED7949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We will be storing all our documents, including reports, on this website: </a:t>
            </a:r>
            <a:r>
              <a:rPr lang="en-US" sz="2200">
                <a:ea typeface="+mn-lt"/>
                <a:cs typeface="+mn-lt"/>
                <a:hlinkClick r:id="rId2"/>
              </a:rPr>
              <a:t>https://spersinger.github.io/what-now-website/</a:t>
            </a:r>
            <a:endParaRPr lang="en-US">
              <a:ea typeface="+mn-lt"/>
              <a:cs typeface="+mn-lt"/>
            </a:endParaRPr>
          </a:p>
          <a:p>
            <a:endParaRPr lang="en-US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638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3C95D-F311-A390-8288-2B917FA2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4C773-DE22-DF56-5600-5FCBDDA1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This week we are working on our Document Scanner and Voice Interpreter classes.</a:t>
            </a:r>
          </a:p>
          <a:p>
            <a:r>
              <a:rPr lang="en-US"/>
              <a:t>The Document Scanner will scan the submitted syllabus and extract important text from it, including any event details (date, time, name, description etc.)</a:t>
            </a:r>
          </a:p>
          <a:p>
            <a:r>
              <a:rPr lang="en-US"/>
              <a:t>The Voice Interpreter will do the same, but with voice input.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Upstairs with solid fill">
            <a:extLst>
              <a:ext uri="{FF2B5EF4-FFF2-40B4-BE49-F238E27FC236}">
                <a16:creationId xmlns:a16="http://schemas.microsoft.com/office/drawing/2014/main" id="{707B3226-9928-D038-8B03-C78D4BAC7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35998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Streetscape2">
      <a:dk1>
        <a:sysClr val="windowText" lastClr="000000"/>
      </a:dk1>
      <a:lt1>
        <a:srgbClr val="FFFFFF"/>
      </a:lt1>
      <a:dk2>
        <a:srgbClr val="191919"/>
      </a:dk2>
      <a:lt2>
        <a:srgbClr val="F3F2EE"/>
      </a:lt2>
      <a:accent1>
        <a:srgbClr val="448885"/>
      </a:accent1>
      <a:accent2>
        <a:srgbClr val="627C58"/>
      </a:accent2>
      <a:accent3>
        <a:srgbClr val="848358"/>
      </a:accent3>
      <a:accent4>
        <a:srgbClr val="547096"/>
      </a:accent4>
      <a:accent5>
        <a:srgbClr val="646464"/>
      </a:accent5>
      <a:accent6>
        <a:srgbClr val="A8A8A8"/>
      </a:accent6>
      <a:hlink>
        <a:srgbClr val="0563C1"/>
      </a:hlink>
      <a:folHlink>
        <a:srgbClr val="954F72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StreetscapeVTI</vt:lpstr>
      <vt:lpstr>What Now?</vt:lpstr>
      <vt:lpstr>Description</vt:lpstr>
      <vt:lpstr>Week 1 Progress</vt:lpstr>
      <vt:lpstr>So far…</vt:lpstr>
      <vt:lpstr>Challenges</vt:lpstr>
      <vt:lpstr>Gantt chart</vt:lpstr>
      <vt:lpstr>Website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P. Janovich</dc:creator>
  <cp:revision>1</cp:revision>
  <dcterms:created xsi:type="dcterms:W3CDTF">2026-01-24T15:50:45Z</dcterms:created>
  <dcterms:modified xsi:type="dcterms:W3CDTF">2026-01-26T14:53:09Z</dcterms:modified>
</cp:coreProperties>
</file>